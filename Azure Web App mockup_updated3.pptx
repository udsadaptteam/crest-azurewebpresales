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9" r:id="rId11"/>
    <p:sldId id="271" r:id="rId12"/>
    <p:sldId id="284" r:id="rId13"/>
    <p:sldId id="270" r:id="rId14"/>
    <p:sldId id="273" r:id="rId15"/>
    <p:sldId id="275" r:id="rId16"/>
    <p:sldId id="276" r:id="rId17"/>
    <p:sldId id="278" r:id="rId18"/>
    <p:sldId id="280" r:id="rId19"/>
    <p:sldId id="267" r:id="rId20"/>
    <p:sldId id="266" r:id="rId21"/>
    <p:sldId id="268" r:id="rId22"/>
    <p:sldId id="26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pankar Goswami" initials="DG" lastIdx="1" clrIdx="0">
    <p:extLst>
      <p:ext uri="{19B8F6BF-5375-455C-9EA6-DF929625EA0E}">
        <p15:presenceInfo xmlns:p15="http://schemas.microsoft.com/office/powerpoint/2012/main" userId="Dipankar Goswam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FEFEF"/>
    <a:srgbClr val="061B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773656-7135-46A2-89EB-401FC64B2ADF}" v="393" dt="2025-12-23T17:10:51.269"/>
    <p1510:client id="{EF0D6728-E94D-44CB-9366-2D711044E7C2}" v="2519" dt="2025-12-23T16:17:36.6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pankar Goswami" userId="e6c63e36-de5f-4157-aad7-4a7576571aa5" providerId="ADAL" clId="{E7773656-7135-46A2-89EB-401FC64B2ADF}"/>
    <pc:docChg chg="undo custSel modSld">
      <pc:chgData name="Dipankar Goswami" userId="e6c63e36-de5f-4157-aad7-4a7576571aa5" providerId="ADAL" clId="{E7773656-7135-46A2-89EB-401FC64B2ADF}" dt="2025-12-23T17:10:51.268" v="392"/>
      <pc:docMkLst>
        <pc:docMk/>
      </pc:docMkLst>
      <pc:sldChg chg="addSp delSp modSp">
        <pc:chgData name="Dipankar Goswami" userId="e6c63e36-de5f-4157-aad7-4a7576571aa5" providerId="ADAL" clId="{E7773656-7135-46A2-89EB-401FC64B2ADF}" dt="2025-12-23T16:18:35.664" v="2" actId="478"/>
        <pc:sldMkLst>
          <pc:docMk/>
          <pc:sldMk cId="1659685537" sldId="256"/>
        </pc:sldMkLst>
        <pc:spChg chg="add del mod">
          <ac:chgData name="Dipankar Goswami" userId="e6c63e36-de5f-4157-aad7-4a7576571aa5" providerId="ADAL" clId="{E7773656-7135-46A2-89EB-401FC64B2ADF}" dt="2025-12-23T16:18:35.664" v="2" actId="478"/>
          <ac:spMkLst>
            <pc:docMk/>
            <pc:sldMk cId="1659685537" sldId="256"/>
            <ac:spMk id="4" creationId="{A5262DF7-F379-4A36-A947-6EFFD99EC901}"/>
          </ac:spMkLst>
        </pc:spChg>
      </pc:sldChg>
      <pc:sldChg chg="addSp modSp">
        <pc:chgData name="Dipankar Goswami" userId="e6c63e36-de5f-4157-aad7-4a7576571aa5" providerId="ADAL" clId="{E7773656-7135-46A2-89EB-401FC64B2ADF}" dt="2025-12-23T16:19:40.871" v="32" actId="1076"/>
        <pc:sldMkLst>
          <pc:docMk/>
          <pc:sldMk cId="2159413359" sldId="257"/>
        </pc:sldMkLst>
        <pc:spChg chg="add mod">
          <ac:chgData name="Dipankar Goswami" userId="e6c63e36-de5f-4157-aad7-4a7576571aa5" providerId="ADAL" clId="{E7773656-7135-46A2-89EB-401FC64B2ADF}" dt="2025-12-23T16:19:40.871" v="32" actId="1076"/>
          <ac:spMkLst>
            <pc:docMk/>
            <pc:sldMk cId="2159413359" sldId="257"/>
            <ac:spMk id="2" creationId="{44EA92E9-6C78-4EE5-9289-D47E0B7AE187}"/>
          </ac:spMkLst>
        </pc:spChg>
        <pc:spChg chg="mod">
          <ac:chgData name="Dipankar Goswami" userId="e6c63e36-de5f-4157-aad7-4a7576571aa5" providerId="ADAL" clId="{E7773656-7135-46A2-89EB-401FC64B2ADF}" dt="2025-12-23T16:19:08.479" v="28" actId="1076"/>
          <ac:spMkLst>
            <pc:docMk/>
            <pc:sldMk cId="2159413359" sldId="257"/>
            <ac:spMk id="15" creationId="{9784BE8C-ABB6-4536-AF7A-ACE9E7FE08E6}"/>
          </ac:spMkLst>
        </pc:spChg>
        <pc:picChg chg="mod">
          <ac:chgData name="Dipankar Goswami" userId="e6c63e36-de5f-4157-aad7-4a7576571aa5" providerId="ADAL" clId="{E7773656-7135-46A2-89EB-401FC64B2ADF}" dt="2025-12-23T16:19:02.543" v="26" actId="1035"/>
          <ac:picMkLst>
            <pc:docMk/>
            <pc:sldMk cId="2159413359" sldId="257"/>
            <ac:picMk id="4" creationId="{74DADDF7-531C-448E-9640-D9AFCFF03EDC}"/>
          </ac:picMkLst>
        </pc:picChg>
      </pc:sldChg>
      <pc:sldChg chg="addSp modSp">
        <pc:chgData name="Dipankar Goswami" userId="e6c63e36-de5f-4157-aad7-4a7576571aa5" providerId="ADAL" clId="{E7773656-7135-46A2-89EB-401FC64B2ADF}" dt="2025-12-23T16:31:24.081" v="71" actId="1076"/>
        <pc:sldMkLst>
          <pc:docMk/>
          <pc:sldMk cId="1836543508" sldId="258"/>
        </pc:sldMkLst>
        <pc:spChg chg="add mod">
          <ac:chgData name="Dipankar Goswami" userId="e6c63e36-de5f-4157-aad7-4a7576571aa5" providerId="ADAL" clId="{E7773656-7135-46A2-89EB-401FC64B2ADF}" dt="2025-12-23T16:31:24.081" v="71" actId="1076"/>
          <ac:spMkLst>
            <pc:docMk/>
            <pc:sldMk cId="1836543508" sldId="258"/>
            <ac:spMk id="2" creationId="{DAE46D18-2730-4952-87DA-BA18C69E1932}"/>
          </ac:spMkLst>
        </pc:spChg>
      </pc:sldChg>
      <pc:sldChg chg="addSp">
        <pc:chgData name="Dipankar Goswami" userId="e6c63e36-de5f-4157-aad7-4a7576571aa5" providerId="ADAL" clId="{E7773656-7135-46A2-89EB-401FC64B2ADF}" dt="2025-12-23T16:34:27.772" v="72"/>
        <pc:sldMkLst>
          <pc:docMk/>
          <pc:sldMk cId="3259265387" sldId="259"/>
        </pc:sldMkLst>
        <pc:spChg chg="add">
          <ac:chgData name="Dipankar Goswami" userId="e6c63e36-de5f-4157-aad7-4a7576571aa5" providerId="ADAL" clId="{E7773656-7135-46A2-89EB-401FC64B2ADF}" dt="2025-12-23T16:34:27.772" v="72"/>
          <ac:spMkLst>
            <pc:docMk/>
            <pc:sldMk cId="3259265387" sldId="259"/>
            <ac:spMk id="13" creationId="{E7937892-F759-4B23-A643-E642E87EEFF5}"/>
          </ac:spMkLst>
        </pc:spChg>
      </pc:sldChg>
      <pc:sldChg chg="addSp modSp">
        <pc:chgData name="Dipankar Goswami" userId="e6c63e36-de5f-4157-aad7-4a7576571aa5" providerId="ADAL" clId="{E7773656-7135-46A2-89EB-401FC64B2ADF}" dt="2025-12-23T16:55:11.827" v="175" actId="404"/>
        <pc:sldMkLst>
          <pc:docMk/>
          <pc:sldMk cId="3619742605" sldId="260"/>
        </pc:sldMkLst>
        <pc:spChg chg="mod">
          <ac:chgData name="Dipankar Goswami" userId="e6c63e36-de5f-4157-aad7-4a7576571aa5" providerId="ADAL" clId="{E7773656-7135-46A2-89EB-401FC64B2ADF}" dt="2025-12-23T16:52:17.154" v="91" actId="20577"/>
          <ac:spMkLst>
            <pc:docMk/>
            <pc:sldMk cId="3619742605" sldId="260"/>
            <ac:spMk id="12" creationId="{14F724E6-1D5C-4990-8465-F0B1A1599C12}"/>
          </ac:spMkLst>
        </pc:spChg>
        <pc:spChg chg="mod">
          <ac:chgData name="Dipankar Goswami" userId="e6c63e36-de5f-4157-aad7-4a7576571aa5" providerId="ADAL" clId="{E7773656-7135-46A2-89EB-401FC64B2ADF}" dt="2025-12-23T16:35:56.004" v="79" actId="1076"/>
          <ac:spMkLst>
            <pc:docMk/>
            <pc:sldMk cId="3619742605" sldId="260"/>
            <ac:spMk id="14" creationId="{AB5801C6-CD77-4195-BCF7-48240F0606D1}"/>
          </ac:spMkLst>
        </pc:spChg>
        <pc:spChg chg="mod">
          <ac:chgData name="Dipankar Goswami" userId="e6c63e36-de5f-4157-aad7-4a7576571aa5" providerId="ADAL" clId="{E7773656-7135-46A2-89EB-401FC64B2ADF}" dt="2025-12-23T16:55:11.827" v="175" actId="404"/>
          <ac:spMkLst>
            <pc:docMk/>
            <pc:sldMk cId="3619742605" sldId="260"/>
            <ac:spMk id="25" creationId="{66B04513-2390-4659-BEDD-79851FEB1E3C}"/>
          </ac:spMkLst>
        </pc:spChg>
        <pc:spChg chg="mod">
          <ac:chgData name="Dipankar Goswami" userId="e6c63e36-de5f-4157-aad7-4a7576571aa5" providerId="ADAL" clId="{E7773656-7135-46A2-89EB-401FC64B2ADF}" dt="2025-12-23T16:35:58.752" v="80" actId="14100"/>
          <ac:spMkLst>
            <pc:docMk/>
            <pc:sldMk cId="3619742605" sldId="260"/>
            <ac:spMk id="27" creationId="{8922FE39-FC42-4263-B8F9-362895EDFE54}"/>
          </ac:spMkLst>
        </pc:spChg>
        <pc:spChg chg="add mod">
          <ac:chgData name="Dipankar Goswami" userId="e6c63e36-de5f-4157-aad7-4a7576571aa5" providerId="ADAL" clId="{E7773656-7135-46A2-89EB-401FC64B2ADF}" dt="2025-12-23T16:36:03.296" v="81" actId="1076"/>
          <ac:spMkLst>
            <pc:docMk/>
            <pc:sldMk cId="3619742605" sldId="260"/>
            <ac:spMk id="32" creationId="{8350CFF6-2A45-44B1-9529-B14C842D21BE}"/>
          </ac:spMkLst>
        </pc:spChg>
      </pc:sldChg>
      <pc:sldChg chg="addSp delSp modSp">
        <pc:chgData name="Dipankar Goswami" userId="e6c63e36-de5f-4157-aad7-4a7576571aa5" providerId="ADAL" clId="{E7773656-7135-46A2-89EB-401FC64B2ADF}" dt="2025-12-23T16:58:42.170" v="207" actId="20577"/>
        <pc:sldMkLst>
          <pc:docMk/>
          <pc:sldMk cId="3850032386" sldId="261"/>
        </pc:sldMkLst>
        <pc:spChg chg="mod">
          <ac:chgData name="Dipankar Goswami" userId="e6c63e36-de5f-4157-aad7-4a7576571aa5" providerId="ADAL" clId="{E7773656-7135-46A2-89EB-401FC64B2ADF}" dt="2025-12-23T16:52:31.377" v="95" actId="20577"/>
          <ac:spMkLst>
            <pc:docMk/>
            <pc:sldMk cId="3850032386" sldId="261"/>
            <ac:spMk id="12" creationId="{14F724E6-1D5C-4990-8465-F0B1A1599C12}"/>
          </ac:spMkLst>
        </pc:spChg>
        <pc:spChg chg="add del mod">
          <ac:chgData name="Dipankar Goswami" userId="e6c63e36-de5f-4157-aad7-4a7576571aa5" providerId="ADAL" clId="{E7773656-7135-46A2-89EB-401FC64B2ADF}" dt="2025-12-23T16:36:09.789" v="82" actId="478"/>
          <ac:spMkLst>
            <pc:docMk/>
            <pc:sldMk cId="3850032386" sldId="261"/>
            <ac:spMk id="50" creationId="{333112A0-D7C0-49C5-AE77-C8005AB38AD2}"/>
          </ac:spMkLst>
        </pc:spChg>
        <pc:spChg chg="add">
          <ac:chgData name="Dipankar Goswami" userId="e6c63e36-de5f-4157-aad7-4a7576571aa5" providerId="ADAL" clId="{E7773656-7135-46A2-89EB-401FC64B2ADF}" dt="2025-12-23T16:36:10.656" v="83"/>
          <ac:spMkLst>
            <pc:docMk/>
            <pc:sldMk cId="3850032386" sldId="261"/>
            <ac:spMk id="53" creationId="{31F17616-2C6B-4098-B308-CC6B58027D45}"/>
          </ac:spMkLst>
        </pc:spChg>
        <pc:spChg chg="mod">
          <ac:chgData name="Dipankar Goswami" userId="e6c63e36-de5f-4157-aad7-4a7576571aa5" providerId="ADAL" clId="{E7773656-7135-46A2-89EB-401FC64B2ADF}" dt="2025-12-23T16:57:47.994" v="203" actId="20577"/>
          <ac:spMkLst>
            <pc:docMk/>
            <pc:sldMk cId="3850032386" sldId="261"/>
            <ac:spMk id="55" creationId="{6AB9658A-A58E-4AA0-8CF5-C571577F6BE4}"/>
          </ac:spMkLst>
        </pc:spChg>
        <pc:spChg chg="mod">
          <ac:chgData name="Dipankar Goswami" userId="e6c63e36-de5f-4157-aad7-4a7576571aa5" providerId="ADAL" clId="{E7773656-7135-46A2-89EB-401FC64B2ADF}" dt="2025-12-23T16:58:42.170" v="207" actId="20577"/>
          <ac:spMkLst>
            <pc:docMk/>
            <pc:sldMk cId="3850032386" sldId="261"/>
            <ac:spMk id="56" creationId="{7666B314-4F6E-468F-8570-05CA5F46A12D}"/>
          </ac:spMkLst>
        </pc:spChg>
        <pc:spChg chg="mod">
          <ac:chgData name="Dipankar Goswami" userId="e6c63e36-de5f-4157-aad7-4a7576571aa5" providerId="ADAL" clId="{E7773656-7135-46A2-89EB-401FC64B2ADF}" dt="2025-12-23T16:56:30.041" v="199" actId="255"/>
          <ac:spMkLst>
            <pc:docMk/>
            <pc:sldMk cId="3850032386" sldId="261"/>
            <ac:spMk id="57" creationId="{66918EE5-731E-409E-A209-3FEDC98CD060}"/>
          </ac:spMkLst>
        </pc:spChg>
      </pc:sldChg>
      <pc:sldChg chg="modSp">
        <pc:chgData name="Dipankar Goswami" userId="e6c63e36-de5f-4157-aad7-4a7576571aa5" providerId="ADAL" clId="{E7773656-7135-46A2-89EB-401FC64B2ADF}" dt="2025-12-23T16:53:43.938" v="145" actId="20577"/>
        <pc:sldMkLst>
          <pc:docMk/>
          <pc:sldMk cId="1748407181" sldId="262"/>
        </pc:sldMkLst>
        <pc:spChg chg="mod">
          <ac:chgData name="Dipankar Goswami" userId="e6c63e36-de5f-4157-aad7-4a7576571aa5" providerId="ADAL" clId="{E7773656-7135-46A2-89EB-401FC64B2ADF}" dt="2025-12-23T16:53:43.938" v="145" actId="20577"/>
          <ac:spMkLst>
            <pc:docMk/>
            <pc:sldMk cId="1748407181" sldId="262"/>
            <ac:spMk id="12" creationId="{14F724E6-1D5C-4990-8465-F0B1A1599C12}"/>
          </ac:spMkLst>
        </pc:spChg>
      </pc:sldChg>
      <pc:sldChg chg="modSp">
        <pc:chgData name="Dipankar Goswami" userId="e6c63e36-de5f-4157-aad7-4a7576571aa5" providerId="ADAL" clId="{E7773656-7135-46A2-89EB-401FC64B2ADF}" dt="2025-12-23T16:53:31.427" v="137" actId="20577"/>
        <pc:sldMkLst>
          <pc:docMk/>
          <pc:sldMk cId="2048885693" sldId="266"/>
        </pc:sldMkLst>
        <pc:spChg chg="mod">
          <ac:chgData name="Dipankar Goswami" userId="e6c63e36-de5f-4157-aad7-4a7576571aa5" providerId="ADAL" clId="{E7773656-7135-46A2-89EB-401FC64B2ADF}" dt="2025-12-23T16:53:31.427" v="137" actId="20577"/>
          <ac:spMkLst>
            <pc:docMk/>
            <pc:sldMk cId="2048885693" sldId="266"/>
            <ac:spMk id="12" creationId="{14F724E6-1D5C-4990-8465-F0B1A1599C12}"/>
          </ac:spMkLst>
        </pc:spChg>
      </pc:sldChg>
      <pc:sldChg chg="modSp">
        <pc:chgData name="Dipankar Goswami" userId="e6c63e36-de5f-4157-aad7-4a7576571aa5" providerId="ADAL" clId="{E7773656-7135-46A2-89EB-401FC64B2ADF}" dt="2025-12-23T16:53:23.121" v="127" actId="6549"/>
        <pc:sldMkLst>
          <pc:docMk/>
          <pc:sldMk cId="2812208184" sldId="267"/>
        </pc:sldMkLst>
        <pc:spChg chg="mod">
          <ac:chgData name="Dipankar Goswami" userId="e6c63e36-de5f-4157-aad7-4a7576571aa5" providerId="ADAL" clId="{E7773656-7135-46A2-89EB-401FC64B2ADF}" dt="2025-12-23T16:53:23.121" v="127" actId="6549"/>
          <ac:spMkLst>
            <pc:docMk/>
            <pc:sldMk cId="2812208184" sldId="267"/>
            <ac:spMk id="12" creationId="{14F724E6-1D5C-4990-8465-F0B1A1599C12}"/>
          </ac:spMkLst>
        </pc:spChg>
      </pc:sldChg>
      <pc:sldChg chg="modSp">
        <pc:chgData name="Dipankar Goswami" userId="e6c63e36-de5f-4157-aad7-4a7576571aa5" providerId="ADAL" clId="{E7773656-7135-46A2-89EB-401FC64B2ADF}" dt="2025-12-23T16:53:37.217" v="141" actId="20577"/>
        <pc:sldMkLst>
          <pc:docMk/>
          <pc:sldMk cId="1263171177" sldId="268"/>
        </pc:sldMkLst>
        <pc:spChg chg="mod">
          <ac:chgData name="Dipankar Goswami" userId="e6c63e36-de5f-4157-aad7-4a7576571aa5" providerId="ADAL" clId="{E7773656-7135-46A2-89EB-401FC64B2ADF}" dt="2025-12-23T16:53:37.217" v="141" actId="20577"/>
          <ac:spMkLst>
            <pc:docMk/>
            <pc:sldMk cId="1263171177" sldId="268"/>
            <ac:spMk id="12" creationId="{14F724E6-1D5C-4990-8465-F0B1A1599C12}"/>
          </ac:spMkLst>
        </pc:spChg>
      </pc:sldChg>
      <pc:sldChg chg="addSp modSp">
        <pc:chgData name="Dipankar Goswami" userId="e6c63e36-de5f-4157-aad7-4a7576571aa5" providerId="ADAL" clId="{E7773656-7135-46A2-89EB-401FC64B2ADF}" dt="2025-12-23T17:00:31.385" v="209" actId="20577"/>
        <pc:sldMkLst>
          <pc:docMk/>
          <pc:sldMk cId="2844171228" sldId="269"/>
        </pc:sldMkLst>
        <pc:spChg chg="mod">
          <ac:chgData name="Dipankar Goswami" userId="e6c63e36-de5f-4157-aad7-4a7576571aa5" providerId="ADAL" clId="{E7773656-7135-46A2-89EB-401FC64B2ADF}" dt="2025-12-23T16:52:36.308" v="99" actId="20577"/>
          <ac:spMkLst>
            <pc:docMk/>
            <pc:sldMk cId="2844171228" sldId="269"/>
            <ac:spMk id="12" creationId="{14F724E6-1D5C-4990-8465-F0B1A1599C12}"/>
          </ac:spMkLst>
        </pc:spChg>
        <pc:spChg chg="mod">
          <ac:chgData name="Dipankar Goswami" userId="e6c63e36-de5f-4157-aad7-4a7576571aa5" providerId="ADAL" clId="{E7773656-7135-46A2-89EB-401FC64B2ADF}" dt="2025-12-23T17:00:31.385" v="209" actId="20577"/>
          <ac:spMkLst>
            <pc:docMk/>
            <pc:sldMk cId="2844171228" sldId="269"/>
            <ac:spMk id="36" creationId="{53703273-B470-4DC9-93FB-8072F11A1A3E}"/>
          </ac:spMkLst>
        </pc:spChg>
        <pc:spChg chg="add">
          <ac:chgData name="Dipankar Goswami" userId="e6c63e36-de5f-4157-aad7-4a7576571aa5" providerId="ADAL" clId="{E7773656-7135-46A2-89EB-401FC64B2ADF}" dt="2025-12-23T16:36:17.917" v="84"/>
          <ac:spMkLst>
            <pc:docMk/>
            <pc:sldMk cId="2844171228" sldId="269"/>
            <ac:spMk id="47" creationId="{1E4EA333-8A00-4D56-BEFA-61D553DB31B2}"/>
          </ac:spMkLst>
        </pc:spChg>
      </pc:sldChg>
      <pc:sldChg chg="modSp">
        <pc:chgData name="Dipankar Goswami" userId="e6c63e36-de5f-4157-aad7-4a7576571aa5" providerId="ADAL" clId="{E7773656-7135-46A2-89EB-401FC64B2ADF}" dt="2025-12-23T16:52:51.985" v="107" actId="20577"/>
        <pc:sldMkLst>
          <pc:docMk/>
          <pc:sldMk cId="3371718241" sldId="270"/>
        </pc:sldMkLst>
        <pc:spChg chg="mod">
          <ac:chgData name="Dipankar Goswami" userId="e6c63e36-de5f-4157-aad7-4a7576571aa5" providerId="ADAL" clId="{E7773656-7135-46A2-89EB-401FC64B2ADF}" dt="2025-12-23T16:52:51.985" v="107" actId="20577"/>
          <ac:spMkLst>
            <pc:docMk/>
            <pc:sldMk cId="3371718241" sldId="270"/>
            <ac:spMk id="12" creationId="{14F724E6-1D5C-4990-8465-F0B1A1599C12}"/>
          </ac:spMkLst>
        </pc:spChg>
      </pc:sldChg>
      <pc:sldChg chg="addSp modSp">
        <pc:chgData name="Dipankar Goswami" userId="e6c63e36-de5f-4157-aad7-4a7576571aa5" providerId="ADAL" clId="{E7773656-7135-46A2-89EB-401FC64B2ADF}" dt="2025-12-23T16:52:44.245" v="103" actId="20577"/>
        <pc:sldMkLst>
          <pc:docMk/>
          <pc:sldMk cId="1322941735" sldId="271"/>
        </pc:sldMkLst>
        <pc:spChg chg="mod">
          <ac:chgData name="Dipankar Goswami" userId="e6c63e36-de5f-4157-aad7-4a7576571aa5" providerId="ADAL" clId="{E7773656-7135-46A2-89EB-401FC64B2ADF}" dt="2025-12-23T16:52:44.245" v="103" actId="20577"/>
          <ac:spMkLst>
            <pc:docMk/>
            <pc:sldMk cId="1322941735" sldId="271"/>
            <ac:spMk id="12" creationId="{14F724E6-1D5C-4990-8465-F0B1A1599C12}"/>
          </ac:spMkLst>
        </pc:spChg>
        <pc:spChg chg="add">
          <ac:chgData name="Dipankar Goswami" userId="e6c63e36-de5f-4157-aad7-4a7576571aa5" providerId="ADAL" clId="{E7773656-7135-46A2-89EB-401FC64B2ADF}" dt="2025-12-23T16:36:25.616" v="85"/>
          <ac:spMkLst>
            <pc:docMk/>
            <pc:sldMk cId="1322941735" sldId="271"/>
            <ac:spMk id="46" creationId="{439248A0-EF0A-4D0A-BDC8-DEB90B6CC848}"/>
          </ac:spMkLst>
        </pc:spChg>
      </pc:sldChg>
      <pc:sldChg chg="addSp">
        <pc:chgData name="Dipankar Goswami" userId="e6c63e36-de5f-4157-aad7-4a7576571aa5" providerId="ADAL" clId="{E7773656-7135-46A2-89EB-401FC64B2ADF}" dt="2025-12-23T16:36:32.287" v="86"/>
        <pc:sldMkLst>
          <pc:docMk/>
          <pc:sldMk cId="2883496727" sldId="273"/>
        </pc:sldMkLst>
        <pc:spChg chg="add">
          <ac:chgData name="Dipankar Goswami" userId="e6c63e36-de5f-4157-aad7-4a7576571aa5" providerId="ADAL" clId="{E7773656-7135-46A2-89EB-401FC64B2ADF}" dt="2025-12-23T16:36:32.287" v="86"/>
          <ac:spMkLst>
            <pc:docMk/>
            <pc:sldMk cId="2883496727" sldId="273"/>
            <ac:spMk id="73" creationId="{56CBFC8D-99AC-4F4D-8138-35BC77D306CF}"/>
          </ac:spMkLst>
        </pc:spChg>
      </pc:sldChg>
      <pc:sldChg chg="modSp">
        <pc:chgData name="Dipankar Goswami" userId="e6c63e36-de5f-4157-aad7-4a7576571aa5" providerId="ADAL" clId="{E7773656-7135-46A2-89EB-401FC64B2ADF}" dt="2025-12-23T17:05:37.835" v="299" actId="14100"/>
        <pc:sldMkLst>
          <pc:docMk/>
          <pc:sldMk cId="1297836465" sldId="275"/>
        </pc:sldMkLst>
        <pc:spChg chg="mod">
          <ac:chgData name="Dipankar Goswami" userId="e6c63e36-de5f-4157-aad7-4a7576571aa5" providerId="ADAL" clId="{E7773656-7135-46A2-89EB-401FC64B2ADF}" dt="2025-12-23T17:02:43.017" v="242" actId="14100"/>
          <ac:spMkLst>
            <pc:docMk/>
            <pc:sldMk cId="1297836465" sldId="275"/>
            <ac:spMk id="8" creationId="{5D740725-D74B-40B1-970F-5FEF1E95FF04}"/>
          </ac:spMkLst>
        </pc:spChg>
        <pc:spChg chg="mod">
          <ac:chgData name="Dipankar Goswami" userId="e6c63e36-de5f-4157-aad7-4a7576571aa5" providerId="ADAL" clId="{E7773656-7135-46A2-89EB-401FC64B2ADF}" dt="2025-12-23T17:05:37.835" v="299" actId="14100"/>
          <ac:spMkLst>
            <pc:docMk/>
            <pc:sldMk cId="1297836465" sldId="275"/>
            <ac:spMk id="9" creationId="{CA53E400-95CF-4B7A-955B-97FB0AB308FB}"/>
          </ac:spMkLst>
        </pc:spChg>
        <pc:spChg chg="mod">
          <ac:chgData name="Dipankar Goswami" userId="e6c63e36-de5f-4157-aad7-4a7576571aa5" providerId="ADAL" clId="{E7773656-7135-46A2-89EB-401FC64B2ADF}" dt="2025-12-23T16:53:00.046" v="111" actId="20577"/>
          <ac:spMkLst>
            <pc:docMk/>
            <pc:sldMk cId="1297836465" sldId="275"/>
            <ac:spMk id="12" creationId="{14F724E6-1D5C-4990-8465-F0B1A1599C12}"/>
          </ac:spMkLst>
        </pc:spChg>
      </pc:sldChg>
      <pc:sldChg chg="addSp modSp">
        <pc:chgData name="Dipankar Goswami" userId="e6c63e36-de5f-4157-aad7-4a7576571aa5" providerId="ADAL" clId="{E7773656-7135-46A2-89EB-401FC64B2ADF}" dt="2025-12-23T16:53:05.714" v="115" actId="20577"/>
        <pc:sldMkLst>
          <pc:docMk/>
          <pc:sldMk cId="2335826892" sldId="276"/>
        </pc:sldMkLst>
        <pc:spChg chg="mod">
          <ac:chgData name="Dipankar Goswami" userId="e6c63e36-de5f-4157-aad7-4a7576571aa5" providerId="ADAL" clId="{E7773656-7135-46A2-89EB-401FC64B2ADF}" dt="2025-12-23T16:53:05.714" v="115" actId="20577"/>
          <ac:spMkLst>
            <pc:docMk/>
            <pc:sldMk cId="2335826892" sldId="276"/>
            <ac:spMk id="8" creationId="{82549D20-F4E9-4742-8C1D-F67A49587F6E}"/>
          </ac:spMkLst>
        </pc:spChg>
        <pc:spChg chg="add">
          <ac:chgData name="Dipankar Goswami" userId="e6c63e36-de5f-4157-aad7-4a7576571aa5" providerId="ADAL" clId="{E7773656-7135-46A2-89EB-401FC64B2ADF}" dt="2025-12-23T16:36:36.895" v="87"/>
          <ac:spMkLst>
            <pc:docMk/>
            <pc:sldMk cId="2335826892" sldId="276"/>
            <ac:spMk id="54" creationId="{BB9DF916-3B00-4B13-B568-3A04F60D409B}"/>
          </ac:spMkLst>
        </pc:spChg>
      </pc:sldChg>
      <pc:sldChg chg="addSp modSp">
        <pc:chgData name="Dipankar Goswami" userId="e6c63e36-de5f-4157-aad7-4a7576571aa5" providerId="ADAL" clId="{E7773656-7135-46A2-89EB-401FC64B2ADF}" dt="2025-12-23T17:10:48.171" v="391"/>
        <pc:sldMkLst>
          <pc:docMk/>
          <pc:sldMk cId="3771671361" sldId="278"/>
        </pc:sldMkLst>
        <pc:spChg chg="mod">
          <ac:chgData name="Dipankar Goswami" userId="e6c63e36-de5f-4157-aad7-4a7576571aa5" providerId="ADAL" clId="{E7773656-7135-46A2-89EB-401FC64B2ADF}" dt="2025-12-23T16:53:10.818" v="119" actId="20577"/>
          <ac:spMkLst>
            <pc:docMk/>
            <pc:sldMk cId="3771671361" sldId="278"/>
            <ac:spMk id="12" creationId="{14F724E6-1D5C-4990-8465-F0B1A1599C12}"/>
          </ac:spMkLst>
        </pc:spChg>
        <pc:spChg chg="mod">
          <ac:chgData name="Dipankar Goswami" userId="e6c63e36-de5f-4157-aad7-4a7576571aa5" providerId="ADAL" clId="{E7773656-7135-46A2-89EB-401FC64B2ADF}" dt="2025-12-23T17:07:16.185" v="390" actId="20577"/>
          <ac:spMkLst>
            <pc:docMk/>
            <pc:sldMk cId="3771671361" sldId="278"/>
            <ac:spMk id="30" creationId="{D20259DC-758F-44A7-90A0-329E4C941BE6}"/>
          </ac:spMkLst>
        </pc:spChg>
        <pc:spChg chg="add">
          <ac:chgData name="Dipankar Goswami" userId="e6c63e36-de5f-4157-aad7-4a7576571aa5" providerId="ADAL" clId="{E7773656-7135-46A2-89EB-401FC64B2ADF}" dt="2025-12-23T17:10:48.171" v="391"/>
          <ac:spMkLst>
            <pc:docMk/>
            <pc:sldMk cId="3771671361" sldId="278"/>
            <ac:spMk id="39" creationId="{5E3A76D2-4A8B-4725-A3B3-B5713C84AA53}"/>
          </ac:spMkLst>
        </pc:spChg>
      </pc:sldChg>
      <pc:sldChg chg="addSp modSp">
        <pc:chgData name="Dipankar Goswami" userId="e6c63e36-de5f-4157-aad7-4a7576571aa5" providerId="ADAL" clId="{E7773656-7135-46A2-89EB-401FC64B2ADF}" dt="2025-12-23T17:10:51.268" v="392"/>
        <pc:sldMkLst>
          <pc:docMk/>
          <pc:sldMk cId="2769734093" sldId="280"/>
        </pc:sldMkLst>
        <pc:spChg chg="mod">
          <ac:chgData name="Dipankar Goswami" userId="e6c63e36-de5f-4157-aad7-4a7576571aa5" providerId="ADAL" clId="{E7773656-7135-46A2-89EB-401FC64B2ADF}" dt="2025-12-23T16:53:15.881" v="123" actId="20577"/>
          <ac:spMkLst>
            <pc:docMk/>
            <pc:sldMk cId="2769734093" sldId="280"/>
            <ac:spMk id="12" creationId="{14F724E6-1D5C-4990-8465-F0B1A1599C12}"/>
          </ac:spMkLst>
        </pc:spChg>
        <pc:spChg chg="add">
          <ac:chgData name="Dipankar Goswami" userId="e6c63e36-de5f-4157-aad7-4a7576571aa5" providerId="ADAL" clId="{E7773656-7135-46A2-89EB-401FC64B2ADF}" dt="2025-12-23T17:10:51.268" v="392"/>
          <ac:spMkLst>
            <pc:docMk/>
            <pc:sldMk cId="2769734093" sldId="280"/>
            <ac:spMk id="71" creationId="{B383C807-EB0A-4AA2-9FCF-871FED028AF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90997-7972-422C-8F05-86A6B79DF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F837FB-9C64-4D4E-B5BB-DC813BFED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23A07-D880-428D-BD28-067718B17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8DAF-A99A-4879-AE8F-580A52EC4270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83292-64E6-4A6A-A0FD-31D22AC82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C124F-2841-4B7E-B6F1-CEE005C30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229EA-AEB6-47CB-A8CA-7FA9C3E6D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022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A72C-1FE3-4E92-A63B-550D6787D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60DD7-AD62-4711-8ABA-3DF8EEF5B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41BC7-CF7C-4B6A-9F6D-563677CFC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8DAF-A99A-4879-AE8F-580A52EC4270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09725-E5F2-4B8D-97BC-93A8E843F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02397-64DE-4078-A4BB-C6B7298AA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229EA-AEB6-47CB-A8CA-7FA9C3E6D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900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E5FF6-A9EC-4022-9945-77DADF70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9F01E-AD5E-4F5C-A549-9CFADD870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DE1CB-72DE-4819-8402-8090F325C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8DAF-A99A-4879-AE8F-580A52EC4270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570C5-0FA2-403F-AF13-48F79EB6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937E9-D2B7-471B-BC02-8DBBCC834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229EA-AEB6-47CB-A8CA-7FA9C3E6D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225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EB123-FA07-463B-82AA-5FDC5F307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CD70E-FCB4-4A3F-9488-181BAB3C1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58C7E-699E-40CE-8B7A-810F0D9B7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AD010-27A0-4E78-B850-465008DC0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8DAF-A99A-4879-AE8F-580A52EC4270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652E8-C882-4B72-9F72-6047C9F5F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3CC61-2145-4011-BCF5-610EBE36F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229EA-AEB6-47CB-A8CA-7FA9C3E6D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573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6DD27-4868-4F0D-A679-FA1419D59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8E413-7288-4202-BF9E-C91A8C889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D306F1-8425-455B-8280-4481BFFA1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D82260-B2EA-43C1-AE29-924A0DBF17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1AA230-EAC9-477F-AF6B-FBF6642475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E9B516-E6F6-4229-AE44-340347CC7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8DAF-A99A-4879-AE8F-580A52EC4270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0EED1A-9109-4B03-A565-52C3D9500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5CD79E-AE33-4379-811A-3DDF841E0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229EA-AEB6-47CB-A8CA-7FA9C3E6D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834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5922A-BF71-4059-A1AF-554C3B381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A7532B-CC65-4964-B77E-375DC7A97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8DAF-A99A-4879-AE8F-580A52EC4270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FE9B0C-8EB1-4151-83F2-301DA273B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A841B5-DE02-4C29-B638-384C50B6C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229EA-AEB6-47CB-A8CA-7FA9C3E6D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948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DCFF01-8EA1-4DA8-89EF-1A5C64999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8DAF-A99A-4879-AE8F-580A52EC4270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38AAB6-BBC9-4D98-AFED-20CECED02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4F8B3-79DF-40B7-989E-FCE4589C1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229EA-AEB6-47CB-A8CA-7FA9C3E6D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101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0948D-88EC-48C2-BBE8-1A44AF25D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9AF08-77C8-4BBE-AF7E-0C13F7B2F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87F04-9185-4AF0-868D-3BC46837D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73B40-13EA-46FC-AD10-0B034DB1A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8DAF-A99A-4879-AE8F-580A52EC4270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E8A2E-6D3E-4AEA-90C7-7126B6182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31D9E-188D-4CBD-B005-4713C7736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229EA-AEB6-47CB-A8CA-7FA9C3E6D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140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C3062-CAD7-41A2-9ADC-0380BC39C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5BCCE1-34C4-4709-A5E7-F5D4E77EA0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0B8CBF-A45F-4AF5-AE9D-D13AFF8C0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9BCF6-23AF-4649-88D2-DA62699FB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8DAF-A99A-4879-AE8F-580A52EC4270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E69F3-C8C0-4D6F-9B92-B6ACA89F0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54F34-AC93-48A3-A521-2CDBD9772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229EA-AEB6-47CB-A8CA-7FA9C3E6D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558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EC04F-4877-49BF-8EA5-6A3E8ACD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59FD5D-4B50-433B-A99A-DB2FB9015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68704-52F2-4725-9AF5-64C2302EF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8DAF-A99A-4879-AE8F-580A52EC4270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F2496-6D88-460B-B294-B8B7A0A02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36444-45E8-4F8C-923A-06773786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229EA-AEB6-47CB-A8CA-7FA9C3E6D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603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901368-5123-4B34-9E80-A482BE7294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AB985A-255F-4491-9A27-12EB7152C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4B193-F05D-417B-8750-36959ED38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8DAF-A99A-4879-AE8F-580A52EC4270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58317-354B-4CEA-A92E-D8BE3D30C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09761-AD64-4609-95AD-2EA4CF918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229EA-AEB6-47CB-A8CA-7FA9C3E6D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086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4E3E19-A7BB-4BB7-B30B-E79B180FA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4151A-AC2A-4994-8FFF-DE116E019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76C95-B7C6-47BB-8BEA-0DD750074C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E8DAF-A99A-4879-AE8F-580A52EC4270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EC6B0-896B-4778-A0F3-A548D17AF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6F450-B16C-4F3D-B2F6-AF8406C8C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229EA-AEB6-47CB-A8CA-7FA9C3E6D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780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93FA5-DE29-4B19-B65F-A54B549169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Azure Web App for Prospects of D365 Pre-Sale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0E082-9D00-464E-89F1-FB1D2B3F90F3}"/>
              </a:ext>
            </a:extLst>
          </p:cNvPr>
          <p:cNvSpPr txBox="1"/>
          <p:nvPr/>
        </p:nvSpPr>
        <p:spPr>
          <a:xfrm>
            <a:off x="1631576" y="4885767"/>
            <a:ext cx="2611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Version: 3.0</a:t>
            </a:r>
          </a:p>
          <a:p>
            <a:r>
              <a:rPr lang="en-IN" dirty="0"/>
              <a:t>Update on: 20</a:t>
            </a:r>
            <a:r>
              <a:rPr lang="en-IN" baseline="30000" dirty="0"/>
              <a:t>th</a:t>
            </a:r>
            <a:r>
              <a:rPr lang="en-IN" dirty="0"/>
              <a:t> Dec 2025</a:t>
            </a:r>
          </a:p>
        </p:txBody>
      </p:sp>
    </p:spTree>
    <p:extLst>
      <p:ext uri="{BB962C8B-B14F-4D97-AF65-F5344CB8AC3E}">
        <p14:creationId xmlns:p14="http://schemas.microsoft.com/office/powerpoint/2010/main" val="1659685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784BE8C-ABB6-4536-AF7A-ACE9E7FE08E6}"/>
              </a:ext>
            </a:extLst>
          </p:cNvPr>
          <p:cNvSpPr/>
          <p:nvPr/>
        </p:nvSpPr>
        <p:spPr>
          <a:xfrm>
            <a:off x="611905" y="1373065"/>
            <a:ext cx="11266330" cy="5090486"/>
          </a:xfrm>
          <a:prstGeom prst="rect">
            <a:avLst/>
          </a:prstGeom>
          <a:solidFill>
            <a:srgbClr val="EFEFE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DADDF7-531C-448E-9640-D9AFCFF03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302" y="2032355"/>
            <a:ext cx="4122216" cy="214782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47BBCC2-11D5-4CFF-80A7-2F391657A46C}"/>
              </a:ext>
            </a:extLst>
          </p:cNvPr>
          <p:cNvGrpSpPr/>
          <p:nvPr/>
        </p:nvGrpSpPr>
        <p:grpSpPr>
          <a:xfrm>
            <a:off x="611905" y="410906"/>
            <a:ext cx="11266330" cy="962159"/>
            <a:chOff x="611905" y="635026"/>
            <a:chExt cx="11266330" cy="9621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FE4783C-EB9C-4B75-82A0-8C8FBD6E0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905" y="635026"/>
              <a:ext cx="6182588" cy="96215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9C610A-A7CA-4B8B-A90E-19611F35F32E}"/>
                </a:ext>
              </a:extLst>
            </p:cNvPr>
            <p:cNvSpPr/>
            <p:nvPr/>
          </p:nvSpPr>
          <p:spPr>
            <a:xfrm>
              <a:off x="6777319" y="635026"/>
              <a:ext cx="5100916" cy="951727"/>
            </a:xfrm>
            <a:prstGeom prst="rect">
              <a:avLst/>
            </a:prstGeom>
            <a:solidFill>
              <a:srgbClr val="061B29"/>
            </a:solidFill>
            <a:ln>
              <a:solidFill>
                <a:srgbClr val="061B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156944A-2F46-4B39-A8B8-671D37D4B6D4}"/>
              </a:ext>
            </a:extLst>
          </p:cNvPr>
          <p:cNvSpPr txBox="1"/>
          <p:nvPr/>
        </p:nvSpPr>
        <p:spPr>
          <a:xfrm>
            <a:off x="5433387" y="2357334"/>
            <a:ext cx="12795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Your Email</a:t>
            </a:r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Password: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940CC6-3AC6-4E00-A1D9-D59167438210}"/>
              </a:ext>
            </a:extLst>
          </p:cNvPr>
          <p:cNvSpPr/>
          <p:nvPr/>
        </p:nvSpPr>
        <p:spPr>
          <a:xfrm>
            <a:off x="6921527" y="2357333"/>
            <a:ext cx="3871203" cy="4392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1D2073-602D-404D-8A27-3B00989ECA9E}"/>
              </a:ext>
            </a:extLst>
          </p:cNvPr>
          <p:cNvSpPr/>
          <p:nvPr/>
        </p:nvSpPr>
        <p:spPr>
          <a:xfrm>
            <a:off x="6921526" y="3241502"/>
            <a:ext cx="3871203" cy="4392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5DD551-DE6E-417F-B458-4A189746CB38}"/>
              </a:ext>
            </a:extLst>
          </p:cNvPr>
          <p:cNvSpPr txBox="1"/>
          <p:nvPr/>
        </p:nvSpPr>
        <p:spPr>
          <a:xfrm>
            <a:off x="6800753" y="3858360"/>
            <a:ext cx="2325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Forgot your password?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FC60A9-A7C7-4E13-B0B0-A7AA39D08608}"/>
              </a:ext>
            </a:extLst>
          </p:cNvPr>
          <p:cNvSpPr txBox="1"/>
          <p:nvPr/>
        </p:nvSpPr>
        <p:spPr>
          <a:xfrm>
            <a:off x="3375105" y="5814188"/>
            <a:ext cx="238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Don't have an account?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801C6-CD77-4195-BCF7-48240F0606D1}"/>
              </a:ext>
            </a:extLst>
          </p:cNvPr>
          <p:cNvSpPr/>
          <p:nvPr/>
        </p:nvSpPr>
        <p:spPr>
          <a:xfrm>
            <a:off x="7902388" y="4476207"/>
            <a:ext cx="1425389" cy="3985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Sign 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352EE7-DB0A-4419-9EF6-612E17A7BC6A}"/>
              </a:ext>
            </a:extLst>
          </p:cNvPr>
          <p:cNvSpPr txBox="1"/>
          <p:nvPr/>
        </p:nvSpPr>
        <p:spPr>
          <a:xfrm>
            <a:off x="5926830" y="5796736"/>
            <a:ext cx="2437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Click here to Sign 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EA92E9-6C78-4EE5-9289-D47E0B7AE187}"/>
              </a:ext>
            </a:extLst>
          </p:cNvPr>
          <p:cNvSpPr/>
          <p:nvPr/>
        </p:nvSpPr>
        <p:spPr>
          <a:xfrm>
            <a:off x="872580" y="4415589"/>
            <a:ext cx="48197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0000"/>
                </a:solidFill>
                <a:latin typeface="Calibri" panose="020F0502020204030204" pitchFamily="34" charset="0"/>
              </a:rPr>
              <a:t>Your secure portal for personalized information and a seamless entry into our franchise system.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9413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784BE8C-ABB6-4536-AF7A-ACE9E7FE08E6}"/>
              </a:ext>
            </a:extLst>
          </p:cNvPr>
          <p:cNvSpPr/>
          <p:nvPr/>
        </p:nvSpPr>
        <p:spPr>
          <a:xfrm>
            <a:off x="611905" y="1373064"/>
            <a:ext cx="11266330" cy="5359429"/>
          </a:xfrm>
          <a:prstGeom prst="rect">
            <a:avLst/>
          </a:prstGeom>
          <a:solidFill>
            <a:srgbClr val="EFEFE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47BBCC2-11D5-4CFF-80A7-2F391657A46C}"/>
              </a:ext>
            </a:extLst>
          </p:cNvPr>
          <p:cNvGrpSpPr/>
          <p:nvPr/>
        </p:nvGrpSpPr>
        <p:grpSpPr>
          <a:xfrm>
            <a:off x="611905" y="410906"/>
            <a:ext cx="11266330" cy="962159"/>
            <a:chOff x="611905" y="635026"/>
            <a:chExt cx="11266330" cy="9621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FE4783C-EB9C-4B75-82A0-8C8FBD6E0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905" y="635026"/>
              <a:ext cx="6182588" cy="96215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9C610A-A7CA-4B8B-A90E-19611F35F32E}"/>
                </a:ext>
              </a:extLst>
            </p:cNvPr>
            <p:cNvSpPr/>
            <p:nvPr/>
          </p:nvSpPr>
          <p:spPr>
            <a:xfrm>
              <a:off x="6777319" y="635026"/>
              <a:ext cx="5100916" cy="951727"/>
            </a:xfrm>
            <a:prstGeom prst="rect">
              <a:avLst/>
            </a:prstGeom>
            <a:solidFill>
              <a:srgbClr val="061B29"/>
            </a:solidFill>
            <a:ln>
              <a:solidFill>
                <a:srgbClr val="061B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75940CC6-3AC6-4E00-A1D9-D59167438210}"/>
              </a:ext>
            </a:extLst>
          </p:cNvPr>
          <p:cNvSpPr/>
          <p:nvPr/>
        </p:nvSpPr>
        <p:spPr>
          <a:xfrm>
            <a:off x="4097645" y="4200629"/>
            <a:ext cx="3871203" cy="4392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1D2073-602D-404D-8A27-3B00989ECA9E}"/>
              </a:ext>
            </a:extLst>
          </p:cNvPr>
          <p:cNvSpPr/>
          <p:nvPr/>
        </p:nvSpPr>
        <p:spPr>
          <a:xfrm>
            <a:off x="4097645" y="4939136"/>
            <a:ext cx="3871203" cy="4392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801C6-CD77-4195-BCF7-48240F0606D1}"/>
              </a:ext>
            </a:extLst>
          </p:cNvPr>
          <p:cNvSpPr/>
          <p:nvPr/>
        </p:nvSpPr>
        <p:spPr>
          <a:xfrm>
            <a:off x="5529408" y="6152811"/>
            <a:ext cx="1178007" cy="362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Next 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7F4A87-6FAA-44C9-9B31-7D85CF5A375C}"/>
              </a:ext>
            </a:extLst>
          </p:cNvPr>
          <p:cNvSpPr txBox="1"/>
          <p:nvPr/>
        </p:nvSpPr>
        <p:spPr>
          <a:xfrm>
            <a:off x="1085506" y="1867462"/>
            <a:ext cx="232172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Your Email: </a:t>
            </a:r>
            <a:r>
              <a:rPr lang="en-IN" sz="2000" dirty="0">
                <a:solidFill>
                  <a:srgbClr val="FF0000"/>
                </a:solidFill>
              </a:rPr>
              <a:t>*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Enter Code:</a:t>
            </a:r>
            <a:r>
              <a:rPr lang="en-IN" sz="2000" dirty="0">
                <a:solidFill>
                  <a:srgbClr val="FF0000"/>
                </a:solidFill>
              </a:rPr>
              <a:t> *</a:t>
            </a:r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New Password:</a:t>
            </a:r>
            <a:r>
              <a:rPr lang="en-IN" sz="2000" dirty="0">
                <a:solidFill>
                  <a:srgbClr val="FF0000"/>
                </a:solidFill>
              </a:rPr>
              <a:t> *</a:t>
            </a:r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Confirm Password:</a:t>
            </a:r>
            <a:r>
              <a:rPr lang="en-IN" sz="2000" dirty="0">
                <a:solidFill>
                  <a:srgbClr val="FF0000"/>
                </a:solidFill>
              </a:rPr>
              <a:t> *</a:t>
            </a:r>
            <a:endParaRPr lang="en-IN" sz="2000" dirty="0"/>
          </a:p>
          <a:p>
            <a:endParaRPr lang="en-IN" sz="2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06A6C8-2557-435C-A1AD-A45CA64A642A}"/>
              </a:ext>
            </a:extLst>
          </p:cNvPr>
          <p:cNvSpPr/>
          <p:nvPr/>
        </p:nvSpPr>
        <p:spPr>
          <a:xfrm>
            <a:off x="4097645" y="1867462"/>
            <a:ext cx="3871203" cy="4392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9E9E15-0E4D-4822-A895-158734613E3F}"/>
              </a:ext>
            </a:extLst>
          </p:cNvPr>
          <p:cNvSpPr/>
          <p:nvPr/>
        </p:nvSpPr>
        <p:spPr>
          <a:xfrm>
            <a:off x="4097645" y="2968832"/>
            <a:ext cx="3871203" cy="4392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D7D722-7D41-4F55-B6CD-08C05A3F4306}"/>
              </a:ext>
            </a:extLst>
          </p:cNvPr>
          <p:cNvSpPr/>
          <p:nvPr/>
        </p:nvSpPr>
        <p:spPr>
          <a:xfrm>
            <a:off x="5823912" y="2381357"/>
            <a:ext cx="1941118" cy="362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Send verification code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234AD9-C272-4246-B1A9-0894C2BDF09B}"/>
              </a:ext>
            </a:extLst>
          </p:cNvPr>
          <p:cNvSpPr/>
          <p:nvPr/>
        </p:nvSpPr>
        <p:spPr>
          <a:xfrm>
            <a:off x="5823912" y="3491728"/>
            <a:ext cx="1941118" cy="362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Validate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75453E-EDE7-46AB-86B4-4665B5C8A94A}"/>
              </a:ext>
            </a:extLst>
          </p:cNvPr>
          <p:cNvSpPr txBox="1"/>
          <p:nvPr/>
        </p:nvSpPr>
        <p:spPr>
          <a:xfrm>
            <a:off x="8184776" y="2215661"/>
            <a:ext cx="28328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i="1" dirty="0"/>
              <a:t>The verification code has been sent to your email.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E6956F-DF2D-4CF2-8049-06190CC8D284}"/>
              </a:ext>
            </a:extLst>
          </p:cNvPr>
          <p:cNvSpPr txBox="1"/>
          <p:nvPr/>
        </p:nvSpPr>
        <p:spPr>
          <a:xfrm>
            <a:off x="8184776" y="2968832"/>
            <a:ext cx="28328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i="1" dirty="0"/>
              <a:t>Enter the verification code. This code is active for 5 min.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81B142-E6FC-4838-ABC1-1C723C8D537C}"/>
              </a:ext>
            </a:extLst>
          </p:cNvPr>
          <p:cNvSpPr txBox="1"/>
          <p:nvPr/>
        </p:nvSpPr>
        <p:spPr>
          <a:xfrm>
            <a:off x="8184776" y="4250987"/>
            <a:ext cx="3395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i="1" dirty="0"/>
              <a:t>Password should have at least 6 chars.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2B162E-C69B-4C7D-BD07-C2D2F1726606}"/>
              </a:ext>
            </a:extLst>
          </p:cNvPr>
          <p:cNvSpPr/>
          <p:nvPr/>
        </p:nvSpPr>
        <p:spPr>
          <a:xfrm>
            <a:off x="4912660" y="841960"/>
            <a:ext cx="18556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chemeClr val="bg1"/>
                </a:solidFill>
                <a:effectLst/>
                <a:latin typeface="system-ui"/>
              </a:rPr>
              <a:t>Registration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E46D18-2730-4952-87DA-BA18C69E1932}"/>
              </a:ext>
            </a:extLst>
          </p:cNvPr>
          <p:cNvSpPr/>
          <p:nvPr/>
        </p:nvSpPr>
        <p:spPr>
          <a:xfrm>
            <a:off x="1085506" y="6176268"/>
            <a:ext cx="37056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i="1" dirty="0">
                <a:solidFill>
                  <a:srgbClr val="333333"/>
                </a:solidFill>
                <a:latin typeface="Segoe UI" panose="020B0502040204020203" pitchFamily="34" charset="0"/>
              </a:rPr>
              <a:t>Note: all </a:t>
            </a:r>
            <a:r>
              <a:rPr lang="en-IN" sz="1400" i="1" dirty="0">
                <a:solidFill>
                  <a:srgbClr val="FF0000"/>
                </a:solidFill>
                <a:latin typeface="Segoe UI" panose="020B0502040204020203" pitchFamily="34" charset="0"/>
              </a:rPr>
              <a:t>*</a:t>
            </a:r>
            <a:r>
              <a:rPr lang="en-IN" sz="1400" i="1" dirty="0">
                <a:solidFill>
                  <a:srgbClr val="333333"/>
                </a:solidFill>
                <a:latin typeface="Segoe UI" panose="020B0502040204020203" pitchFamily="34" charset="0"/>
              </a:rPr>
              <a:t> marked fields are mandatory to fill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1836543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784BE8C-ABB6-4536-AF7A-ACE9E7FE08E6}"/>
              </a:ext>
            </a:extLst>
          </p:cNvPr>
          <p:cNvSpPr/>
          <p:nvPr/>
        </p:nvSpPr>
        <p:spPr>
          <a:xfrm>
            <a:off x="611905" y="1373064"/>
            <a:ext cx="11266330" cy="5359429"/>
          </a:xfrm>
          <a:prstGeom prst="rect">
            <a:avLst/>
          </a:prstGeom>
          <a:solidFill>
            <a:srgbClr val="EFEFE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47BBCC2-11D5-4CFF-80A7-2F391657A46C}"/>
              </a:ext>
            </a:extLst>
          </p:cNvPr>
          <p:cNvGrpSpPr/>
          <p:nvPr/>
        </p:nvGrpSpPr>
        <p:grpSpPr>
          <a:xfrm>
            <a:off x="611905" y="410906"/>
            <a:ext cx="11266330" cy="962159"/>
            <a:chOff x="611905" y="635026"/>
            <a:chExt cx="11266330" cy="9621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FE4783C-EB9C-4B75-82A0-8C8FBD6E0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905" y="635026"/>
              <a:ext cx="6182588" cy="96215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9C610A-A7CA-4B8B-A90E-19611F35F32E}"/>
                </a:ext>
              </a:extLst>
            </p:cNvPr>
            <p:cNvSpPr/>
            <p:nvPr/>
          </p:nvSpPr>
          <p:spPr>
            <a:xfrm>
              <a:off x="6777319" y="635026"/>
              <a:ext cx="5100916" cy="951727"/>
            </a:xfrm>
            <a:prstGeom prst="rect">
              <a:avLst/>
            </a:prstGeom>
            <a:solidFill>
              <a:srgbClr val="061B29"/>
            </a:solidFill>
            <a:ln>
              <a:solidFill>
                <a:srgbClr val="061B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75940CC6-3AC6-4E00-A1D9-D59167438210}"/>
              </a:ext>
            </a:extLst>
          </p:cNvPr>
          <p:cNvSpPr/>
          <p:nvPr/>
        </p:nvSpPr>
        <p:spPr>
          <a:xfrm>
            <a:off x="4097645" y="3707568"/>
            <a:ext cx="3871203" cy="4392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1D2073-602D-404D-8A27-3B00989ECA9E}"/>
              </a:ext>
            </a:extLst>
          </p:cNvPr>
          <p:cNvSpPr/>
          <p:nvPr/>
        </p:nvSpPr>
        <p:spPr>
          <a:xfrm>
            <a:off x="4097645" y="4616402"/>
            <a:ext cx="3871203" cy="12465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801C6-CD77-4195-BCF7-48240F0606D1}"/>
              </a:ext>
            </a:extLst>
          </p:cNvPr>
          <p:cNvSpPr/>
          <p:nvPr/>
        </p:nvSpPr>
        <p:spPr>
          <a:xfrm>
            <a:off x="5405717" y="6134696"/>
            <a:ext cx="1425389" cy="3985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Submit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7F4A87-6FAA-44C9-9B31-7D85CF5A375C}"/>
              </a:ext>
            </a:extLst>
          </p:cNvPr>
          <p:cNvSpPr txBox="1"/>
          <p:nvPr/>
        </p:nvSpPr>
        <p:spPr>
          <a:xfrm>
            <a:off x="1085506" y="1867462"/>
            <a:ext cx="2160463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Your Name:</a:t>
            </a:r>
            <a:r>
              <a:rPr lang="en-IN" sz="2000" dirty="0">
                <a:solidFill>
                  <a:srgbClr val="FF0000"/>
                </a:solidFill>
              </a:rPr>
              <a:t> *</a:t>
            </a:r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Contact Number:</a:t>
            </a:r>
            <a:r>
              <a:rPr lang="en-IN" sz="2000" dirty="0">
                <a:solidFill>
                  <a:srgbClr val="FF0000"/>
                </a:solidFill>
              </a:rPr>
              <a:t> *</a:t>
            </a:r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Company Name:</a:t>
            </a:r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Your Remarks:</a:t>
            </a:r>
          </a:p>
          <a:p>
            <a:endParaRPr lang="en-IN" sz="2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06A6C8-2557-435C-A1AD-A45CA64A642A}"/>
              </a:ext>
            </a:extLst>
          </p:cNvPr>
          <p:cNvSpPr/>
          <p:nvPr/>
        </p:nvSpPr>
        <p:spPr>
          <a:xfrm>
            <a:off x="4097645" y="1867462"/>
            <a:ext cx="3871203" cy="4392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9E9E15-0E4D-4822-A895-158734613E3F}"/>
              </a:ext>
            </a:extLst>
          </p:cNvPr>
          <p:cNvSpPr/>
          <p:nvPr/>
        </p:nvSpPr>
        <p:spPr>
          <a:xfrm>
            <a:off x="4097645" y="2762640"/>
            <a:ext cx="3871203" cy="4392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372689-CC6B-48BE-851D-19C142A4C86E}"/>
              </a:ext>
            </a:extLst>
          </p:cNvPr>
          <p:cNvSpPr/>
          <p:nvPr/>
        </p:nvSpPr>
        <p:spPr>
          <a:xfrm>
            <a:off x="4912660" y="841960"/>
            <a:ext cx="18556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chemeClr val="bg1"/>
                </a:solidFill>
                <a:effectLst/>
                <a:latin typeface="system-ui"/>
              </a:rPr>
              <a:t>Registration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937892-F759-4B23-A643-E642E87EEFF5}"/>
              </a:ext>
            </a:extLst>
          </p:cNvPr>
          <p:cNvSpPr/>
          <p:nvPr/>
        </p:nvSpPr>
        <p:spPr>
          <a:xfrm>
            <a:off x="1085506" y="6176268"/>
            <a:ext cx="37056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i="1" dirty="0">
                <a:solidFill>
                  <a:srgbClr val="333333"/>
                </a:solidFill>
                <a:latin typeface="Segoe UI" panose="020B0502040204020203" pitchFamily="34" charset="0"/>
              </a:rPr>
              <a:t>Note: all </a:t>
            </a:r>
            <a:r>
              <a:rPr lang="en-IN" sz="1400" i="1" dirty="0">
                <a:solidFill>
                  <a:srgbClr val="FF0000"/>
                </a:solidFill>
                <a:latin typeface="Segoe UI" panose="020B0502040204020203" pitchFamily="34" charset="0"/>
              </a:rPr>
              <a:t>*</a:t>
            </a:r>
            <a:r>
              <a:rPr lang="en-IN" sz="1400" i="1" dirty="0">
                <a:solidFill>
                  <a:srgbClr val="333333"/>
                </a:solidFill>
                <a:latin typeface="Segoe UI" panose="020B0502040204020203" pitchFamily="34" charset="0"/>
              </a:rPr>
              <a:t> marked fields are mandatory to fill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3259265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47BBCC2-11D5-4CFF-80A7-2F391657A46C}"/>
              </a:ext>
            </a:extLst>
          </p:cNvPr>
          <p:cNvGrpSpPr/>
          <p:nvPr/>
        </p:nvGrpSpPr>
        <p:grpSpPr>
          <a:xfrm>
            <a:off x="0" y="0"/>
            <a:ext cx="12192000" cy="1131013"/>
            <a:chOff x="611905" y="635026"/>
            <a:chExt cx="11266330" cy="9621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FE4783C-EB9C-4B75-82A0-8C8FBD6E0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905" y="635026"/>
              <a:ext cx="6182588" cy="96215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9C610A-A7CA-4B8B-A90E-19611F35F32E}"/>
                </a:ext>
              </a:extLst>
            </p:cNvPr>
            <p:cNvSpPr/>
            <p:nvPr/>
          </p:nvSpPr>
          <p:spPr>
            <a:xfrm>
              <a:off x="6777319" y="635026"/>
              <a:ext cx="5100916" cy="951727"/>
            </a:xfrm>
            <a:prstGeom prst="rect">
              <a:avLst/>
            </a:prstGeom>
            <a:solidFill>
              <a:srgbClr val="061B29"/>
            </a:solidFill>
            <a:ln>
              <a:solidFill>
                <a:srgbClr val="061B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75940CC6-3AC6-4E00-A1D9-D59167438210}"/>
              </a:ext>
            </a:extLst>
          </p:cNvPr>
          <p:cNvSpPr/>
          <p:nvPr/>
        </p:nvSpPr>
        <p:spPr>
          <a:xfrm>
            <a:off x="3421351" y="2953527"/>
            <a:ext cx="3871203" cy="3630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801C6-CD77-4195-BCF7-48240F0606D1}"/>
              </a:ext>
            </a:extLst>
          </p:cNvPr>
          <p:cNvSpPr/>
          <p:nvPr/>
        </p:nvSpPr>
        <p:spPr>
          <a:xfrm>
            <a:off x="5567082" y="6384564"/>
            <a:ext cx="1219199" cy="3985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Submit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7F4A87-6FAA-44C9-9B31-7D85CF5A375C}"/>
              </a:ext>
            </a:extLst>
          </p:cNvPr>
          <p:cNvSpPr txBox="1"/>
          <p:nvPr/>
        </p:nvSpPr>
        <p:spPr>
          <a:xfrm>
            <a:off x="1403318" y="1968959"/>
            <a:ext cx="1764009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Your Name:</a:t>
            </a:r>
            <a:r>
              <a:rPr lang="en-IN" sz="1600" dirty="0">
                <a:solidFill>
                  <a:srgbClr val="FF0000"/>
                </a:solidFill>
              </a:rPr>
              <a:t> *</a:t>
            </a:r>
            <a:endParaRPr lang="en-IN" sz="1600" dirty="0"/>
          </a:p>
          <a:p>
            <a:endParaRPr lang="en-IN" sz="1600" dirty="0"/>
          </a:p>
          <a:p>
            <a:r>
              <a:rPr lang="en-IN" sz="1600" dirty="0"/>
              <a:t>Contact Number:</a:t>
            </a:r>
            <a:r>
              <a:rPr lang="en-IN" sz="1600" dirty="0">
                <a:solidFill>
                  <a:srgbClr val="FF0000"/>
                </a:solidFill>
              </a:rPr>
              <a:t> *</a:t>
            </a:r>
            <a:endParaRPr lang="en-IN" sz="1600" dirty="0"/>
          </a:p>
          <a:p>
            <a:endParaRPr lang="en-IN" sz="1600" dirty="0"/>
          </a:p>
          <a:p>
            <a:r>
              <a:rPr lang="en-IN" sz="1600" dirty="0"/>
              <a:t>Company Name:</a:t>
            </a:r>
          </a:p>
          <a:p>
            <a:endParaRPr lang="en-IN" sz="1600" dirty="0"/>
          </a:p>
          <a:p>
            <a:r>
              <a:rPr lang="en-IN" sz="1600" dirty="0"/>
              <a:t>Designation:</a:t>
            </a:r>
          </a:p>
          <a:p>
            <a:endParaRPr lang="en-IN" sz="1600" dirty="0"/>
          </a:p>
          <a:p>
            <a:r>
              <a:rPr lang="en-IN" sz="1600" dirty="0"/>
              <a:t>Address:</a:t>
            </a:r>
          </a:p>
          <a:p>
            <a:endParaRPr lang="en-IN" sz="1600" dirty="0"/>
          </a:p>
          <a:p>
            <a:r>
              <a:rPr lang="en-IN" sz="1600" dirty="0"/>
              <a:t>City:</a:t>
            </a:r>
          </a:p>
          <a:p>
            <a:endParaRPr lang="en-IN" sz="1600" dirty="0"/>
          </a:p>
          <a:p>
            <a:r>
              <a:rPr lang="en-IN" sz="1600" dirty="0"/>
              <a:t>State:</a:t>
            </a:r>
          </a:p>
          <a:p>
            <a:endParaRPr lang="en-IN" sz="1600" dirty="0"/>
          </a:p>
          <a:p>
            <a:r>
              <a:rPr lang="en-IN" sz="1600" dirty="0"/>
              <a:t>Zip Code:</a:t>
            </a:r>
          </a:p>
          <a:p>
            <a:endParaRPr lang="en-IN" sz="1600" dirty="0"/>
          </a:p>
          <a:p>
            <a:r>
              <a:rPr lang="en-IN" sz="1600" dirty="0"/>
              <a:t>Country: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06A6C8-2557-435C-A1AD-A45CA64A642A}"/>
              </a:ext>
            </a:extLst>
          </p:cNvPr>
          <p:cNvSpPr/>
          <p:nvPr/>
        </p:nvSpPr>
        <p:spPr>
          <a:xfrm>
            <a:off x="3425291" y="1968959"/>
            <a:ext cx="3871203" cy="3630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9E9E15-0E4D-4822-A895-158734613E3F}"/>
              </a:ext>
            </a:extLst>
          </p:cNvPr>
          <p:cNvSpPr/>
          <p:nvPr/>
        </p:nvSpPr>
        <p:spPr>
          <a:xfrm>
            <a:off x="3421352" y="2461087"/>
            <a:ext cx="3871203" cy="3630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F724E6-1D5C-4990-8465-F0B1A1599C12}"/>
              </a:ext>
            </a:extLst>
          </p:cNvPr>
          <p:cNvSpPr/>
          <p:nvPr/>
        </p:nvSpPr>
        <p:spPr>
          <a:xfrm>
            <a:off x="9244010" y="144033"/>
            <a:ext cx="18556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bg1"/>
                </a:solidFill>
                <a:effectLst/>
                <a:latin typeface="system-ui"/>
              </a:rPr>
              <a:t>Welcome</a:t>
            </a:r>
            <a:endParaRPr lang="en-US" b="0" i="0" dirty="0">
              <a:solidFill>
                <a:schemeClr val="bg1"/>
              </a:solidFill>
              <a:effectLst/>
              <a:latin typeface="system-ui"/>
            </a:endParaRPr>
          </a:p>
          <a:p>
            <a:r>
              <a:rPr lang="en-US" sz="2000" dirty="0">
                <a:solidFill>
                  <a:schemeClr val="bg1"/>
                </a:solidFill>
                <a:latin typeface="system-ui"/>
              </a:rPr>
              <a:t>User Name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AB58B0-A36D-44C9-B2CC-9F758F1BF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2111" y="177800"/>
            <a:ext cx="607482" cy="6074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C0D74F-E5BB-4617-9EC3-E818AF146A9B}"/>
              </a:ext>
            </a:extLst>
          </p:cNvPr>
          <p:cNvSpPr txBox="1"/>
          <p:nvPr/>
        </p:nvSpPr>
        <p:spPr>
          <a:xfrm>
            <a:off x="9745912" y="1147743"/>
            <a:ext cx="11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My Profile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76C39C-4BF6-4DF0-8155-A202ECD52C87}"/>
              </a:ext>
            </a:extLst>
          </p:cNvPr>
          <p:cNvSpPr txBox="1"/>
          <p:nvPr/>
        </p:nvSpPr>
        <p:spPr>
          <a:xfrm>
            <a:off x="11063844" y="1147743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Sign out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B0D6417-2679-469E-A143-5A0EF08F0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581" y="2538187"/>
            <a:ext cx="1290475" cy="129047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31BCE83-1B0B-473D-BFE6-297A39962EA8}"/>
              </a:ext>
            </a:extLst>
          </p:cNvPr>
          <p:cNvSpPr txBox="1"/>
          <p:nvPr/>
        </p:nvSpPr>
        <p:spPr>
          <a:xfrm>
            <a:off x="8321439" y="3722506"/>
            <a:ext cx="1512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Change Image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DADCDA-ADDE-4A31-86A9-231B77BC3BC5}"/>
              </a:ext>
            </a:extLst>
          </p:cNvPr>
          <p:cNvSpPr/>
          <p:nvPr/>
        </p:nvSpPr>
        <p:spPr>
          <a:xfrm>
            <a:off x="3421351" y="3477650"/>
            <a:ext cx="3871203" cy="3630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64D14D-8DC0-44C8-834D-9BAFAE64E99F}"/>
              </a:ext>
            </a:extLst>
          </p:cNvPr>
          <p:cNvSpPr/>
          <p:nvPr/>
        </p:nvSpPr>
        <p:spPr>
          <a:xfrm>
            <a:off x="3421351" y="3990608"/>
            <a:ext cx="3871203" cy="3630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056568-D8ED-40DC-B978-9819F77ABAAC}"/>
              </a:ext>
            </a:extLst>
          </p:cNvPr>
          <p:cNvSpPr/>
          <p:nvPr/>
        </p:nvSpPr>
        <p:spPr>
          <a:xfrm>
            <a:off x="3421350" y="4481137"/>
            <a:ext cx="3871203" cy="3630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B04513-2390-4659-BEDD-79851FEB1E3C}"/>
              </a:ext>
            </a:extLst>
          </p:cNvPr>
          <p:cNvSpPr/>
          <p:nvPr/>
        </p:nvSpPr>
        <p:spPr>
          <a:xfrm>
            <a:off x="3421350" y="4969484"/>
            <a:ext cx="3871203" cy="3630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Dropdown when USA, free text for other country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846991-30CA-436F-BA5D-65BE8BE6D705}"/>
              </a:ext>
            </a:extLst>
          </p:cNvPr>
          <p:cNvSpPr/>
          <p:nvPr/>
        </p:nvSpPr>
        <p:spPr>
          <a:xfrm>
            <a:off x="3421350" y="5798528"/>
            <a:ext cx="3871203" cy="3630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i="1" dirty="0">
                <a:solidFill>
                  <a:schemeClr val="tx1"/>
                </a:solidFill>
              </a:rPr>
              <a:t>United States (by default)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92E5B8-9B52-4B3C-8E78-2A89C7CFB03E}"/>
              </a:ext>
            </a:extLst>
          </p:cNvPr>
          <p:cNvSpPr txBox="1"/>
          <p:nvPr/>
        </p:nvSpPr>
        <p:spPr>
          <a:xfrm>
            <a:off x="364569" y="1401179"/>
            <a:ext cx="1294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Your Profile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6AC1E5-B221-4752-AF81-526D067BDF39}"/>
              </a:ext>
            </a:extLst>
          </p:cNvPr>
          <p:cNvSpPr txBox="1"/>
          <p:nvPr/>
        </p:nvSpPr>
        <p:spPr>
          <a:xfrm>
            <a:off x="7489773" y="1147743"/>
            <a:ext cx="2116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Prospect Application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22FE39-FC42-4263-B8F9-362895EDFE54}"/>
              </a:ext>
            </a:extLst>
          </p:cNvPr>
          <p:cNvSpPr/>
          <p:nvPr/>
        </p:nvSpPr>
        <p:spPr>
          <a:xfrm>
            <a:off x="94000" y="1855695"/>
            <a:ext cx="12003999" cy="43913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FB5C27C9-1490-4CD9-8404-76C405E8E273}"/>
              </a:ext>
            </a:extLst>
          </p:cNvPr>
          <p:cNvSpPr/>
          <p:nvPr/>
        </p:nvSpPr>
        <p:spPr>
          <a:xfrm>
            <a:off x="7008960" y="5914390"/>
            <a:ext cx="182172" cy="1220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0C194E8C-509D-4A62-AF49-3214FDF90E97}"/>
              </a:ext>
            </a:extLst>
          </p:cNvPr>
          <p:cNvSpPr/>
          <p:nvPr/>
        </p:nvSpPr>
        <p:spPr>
          <a:xfrm>
            <a:off x="7008963" y="5125484"/>
            <a:ext cx="182172" cy="1220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286699-26BC-4C42-A18B-6D3076DA7541}"/>
              </a:ext>
            </a:extLst>
          </p:cNvPr>
          <p:cNvSpPr/>
          <p:nvPr/>
        </p:nvSpPr>
        <p:spPr>
          <a:xfrm>
            <a:off x="3421350" y="5386175"/>
            <a:ext cx="3871203" cy="3630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350CFF6-2A45-44B1-9529-B14C842D21BE}"/>
              </a:ext>
            </a:extLst>
          </p:cNvPr>
          <p:cNvSpPr/>
          <p:nvPr/>
        </p:nvSpPr>
        <p:spPr>
          <a:xfrm>
            <a:off x="749468" y="6419929"/>
            <a:ext cx="37056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i="1" dirty="0">
                <a:solidFill>
                  <a:srgbClr val="333333"/>
                </a:solidFill>
                <a:latin typeface="Segoe UI" panose="020B0502040204020203" pitchFamily="34" charset="0"/>
              </a:rPr>
              <a:t>Note: all </a:t>
            </a:r>
            <a:r>
              <a:rPr lang="en-IN" sz="1400" i="1" dirty="0">
                <a:solidFill>
                  <a:srgbClr val="FF0000"/>
                </a:solidFill>
                <a:latin typeface="Segoe UI" panose="020B0502040204020203" pitchFamily="34" charset="0"/>
              </a:rPr>
              <a:t>*</a:t>
            </a:r>
            <a:r>
              <a:rPr lang="en-IN" sz="1400" i="1" dirty="0">
                <a:solidFill>
                  <a:srgbClr val="333333"/>
                </a:solidFill>
                <a:latin typeface="Segoe UI" panose="020B0502040204020203" pitchFamily="34" charset="0"/>
              </a:rPr>
              <a:t> marked fields are mandatory to fill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3619742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021585E4-DB87-4C81-91C2-556B43DD8909}"/>
              </a:ext>
            </a:extLst>
          </p:cNvPr>
          <p:cNvSpPr/>
          <p:nvPr/>
        </p:nvSpPr>
        <p:spPr>
          <a:xfrm>
            <a:off x="884497" y="5786994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4BDB93F-4517-40E5-BDDA-0484652787B1}"/>
              </a:ext>
            </a:extLst>
          </p:cNvPr>
          <p:cNvSpPr/>
          <p:nvPr/>
        </p:nvSpPr>
        <p:spPr>
          <a:xfrm>
            <a:off x="94000" y="2287947"/>
            <a:ext cx="12003999" cy="40429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47BBCC2-11D5-4CFF-80A7-2F391657A46C}"/>
              </a:ext>
            </a:extLst>
          </p:cNvPr>
          <p:cNvGrpSpPr/>
          <p:nvPr/>
        </p:nvGrpSpPr>
        <p:grpSpPr>
          <a:xfrm>
            <a:off x="0" y="0"/>
            <a:ext cx="12192000" cy="1131013"/>
            <a:chOff x="611905" y="635026"/>
            <a:chExt cx="11266330" cy="9621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FE4783C-EB9C-4B75-82A0-8C8FBD6E0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905" y="635026"/>
              <a:ext cx="6182588" cy="96215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9C610A-A7CA-4B8B-A90E-19611F35F32E}"/>
                </a:ext>
              </a:extLst>
            </p:cNvPr>
            <p:cNvSpPr/>
            <p:nvPr/>
          </p:nvSpPr>
          <p:spPr>
            <a:xfrm>
              <a:off x="6777319" y="635026"/>
              <a:ext cx="5100916" cy="951727"/>
            </a:xfrm>
            <a:prstGeom prst="rect">
              <a:avLst/>
            </a:prstGeom>
            <a:solidFill>
              <a:srgbClr val="061B29"/>
            </a:solidFill>
            <a:ln>
              <a:solidFill>
                <a:srgbClr val="061B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4F724E6-1D5C-4990-8465-F0B1A1599C12}"/>
              </a:ext>
            </a:extLst>
          </p:cNvPr>
          <p:cNvSpPr/>
          <p:nvPr/>
        </p:nvSpPr>
        <p:spPr>
          <a:xfrm>
            <a:off x="9244010" y="144033"/>
            <a:ext cx="18556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bg1"/>
                </a:solidFill>
                <a:effectLst/>
                <a:latin typeface="system-ui"/>
              </a:rPr>
              <a:t>Welcome</a:t>
            </a:r>
            <a:endParaRPr lang="en-US" b="0" i="0" dirty="0">
              <a:solidFill>
                <a:schemeClr val="bg1"/>
              </a:solidFill>
              <a:effectLst/>
              <a:latin typeface="system-ui"/>
            </a:endParaRPr>
          </a:p>
          <a:p>
            <a:r>
              <a:rPr lang="en-US" sz="2000" dirty="0">
                <a:solidFill>
                  <a:schemeClr val="bg1"/>
                </a:solidFill>
                <a:latin typeface="system-ui"/>
              </a:rPr>
              <a:t>User Name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AB58B0-A36D-44C9-B2CC-9F758F1BF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2111" y="213659"/>
            <a:ext cx="607482" cy="6074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C0D74F-E5BB-4617-9EC3-E818AF146A9B}"/>
              </a:ext>
            </a:extLst>
          </p:cNvPr>
          <p:cNvSpPr txBox="1"/>
          <p:nvPr/>
        </p:nvSpPr>
        <p:spPr>
          <a:xfrm>
            <a:off x="9745912" y="1147743"/>
            <a:ext cx="11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My Profile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76C39C-4BF6-4DF0-8155-A202ECD52C87}"/>
              </a:ext>
            </a:extLst>
          </p:cNvPr>
          <p:cNvSpPr txBox="1"/>
          <p:nvPr/>
        </p:nvSpPr>
        <p:spPr>
          <a:xfrm>
            <a:off x="11063844" y="1147743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Sign out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A64D17-C4BF-40D4-9CF6-15833C4D2D4A}"/>
              </a:ext>
            </a:extLst>
          </p:cNvPr>
          <p:cNvSpPr txBox="1"/>
          <p:nvPr/>
        </p:nvSpPr>
        <p:spPr>
          <a:xfrm>
            <a:off x="7489773" y="1147743"/>
            <a:ext cx="2116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Prospect Application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92E5B8-9B52-4B3C-8E78-2A89C7CFB03E}"/>
              </a:ext>
            </a:extLst>
          </p:cNvPr>
          <p:cNvSpPr txBox="1"/>
          <p:nvPr/>
        </p:nvSpPr>
        <p:spPr>
          <a:xfrm>
            <a:off x="364569" y="1401179"/>
            <a:ext cx="221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Prospect Application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5BD5E0-7C2D-4F28-9B44-EC7674B5943B}"/>
              </a:ext>
            </a:extLst>
          </p:cNvPr>
          <p:cNvSpPr txBox="1"/>
          <p:nvPr/>
        </p:nvSpPr>
        <p:spPr>
          <a:xfrm>
            <a:off x="788893" y="2356818"/>
            <a:ext cx="550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Topic: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465114-2DDF-4DA2-9C74-596D61DDCC15}"/>
              </a:ext>
            </a:extLst>
          </p:cNvPr>
          <p:cNvSpPr txBox="1"/>
          <p:nvPr/>
        </p:nvSpPr>
        <p:spPr>
          <a:xfrm>
            <a:off x="788893" y="3022150"/>
            <a:ext cx="8863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First Name:</a:t>
            </a:r>
            <a:r>
              <a:rPr lang="en-IN" sz="1200" dirty="0">
                <a:solidFill>
                  <a:srgbClr val="FF0000"/>
                </a:solidFill>
              </a:rPr>
              <a:t> * </a:t>
            </a:r>
            <a:r>
              <a:rPr lang="en-IN" sz="1200" dirty="0"/>
              <a:t>			                       Middle name:		                                                                  Last Name:</a:t>
            </a:r>
            <a:r>
              <a:rPr lang="en-IN" sz="1200" dirty="0">
                <a:solidFill>
                  <a:srgbClr val="FF0000"/>
                </a:solidFill>
              </a:rPr>
              <a:t> *</a:t>
            </a:r>
            <a:endParaRPr lang="en-IN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E4BBCE-21E9-4B76-A6AC-E809803D6901}"/>
              </a:ext>
            </a:extLst>
          </p:cNvPr>
          <p:cNvSpPr txBox="1"/>
          <p:nvPr/>
        </p:nvSpPr>
        <p:spPr>
          <a:xfrm>
            <a:off x="4473388" y="2356818"/>
            <a:ext cx="1028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Enquiry Date: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D9236F-0F35-4C4D-B0E1-5697A50C083C}"/>
              </a:ext>
            </a:extLst>
          </p:cNvPr>
          <p:cNvSpPr txBox="1"/>
          <p:nvPr/>
        </p:nvSpPr>
        <p:spPr>
          <a:xfrm>
            <a:off x="791581" y="3820012"/>
            <a:ext cx="4633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Mobile Phone:</a:t>
            </a:r>
            <a:r>
              <a:rPr lang="en-IN" sz="1200" dirty="0">
                <a:solidFill>
                  <a:srgbClr val="FF0000"/>
                </a:solidFill>
              </a:rPr>
              <a:t> * </a:t>
            </a:r>
            <a:r>
              <a:rPr lang="en-IN" sz="1200" dirty="0"/>
              <a:t>		                       Home Phone:		            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A5112E-72B7-4A9E-8793-F4566FC612E9}"/>
              </a:ext>
            </a:extLst>
          </p:cNvPr>
          <p:cNvSpPr txBox="1"/>
          <p:nvPr/>
        </p:nvSpPr>
        <p:spPr>
          <a:xfrm>
            <a:off x="8543583" y="2356818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 Email: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8D67B9-CD00-4BD3-828F-F9604CB45EF4}"/>
              </a:ext>
            </a:extLst>
          </p:cNvPr>
          <p:cNvSpPr/>
          <p:nvPr/>
        </p:nvSpPr>
        <p:spPr>
          <a:xfrm>
            <a:off x="941292" y="4067673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B5C9854-BF30-4656-A58B-2A43D855C91B}"/>
              </a:ext>
            </a:extLst>
          </p:cNvPr>
          <p:cNvSpPr/>
          <p:nvPr/>
        </p:nvSpPr>
        <p:spPr>
          <a:xfrm>
            <a:off x="4528188" y="2632508"/>
            <a:ext cx="2210991" cy="31312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Current date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75C5DE9-C855-4ED0-8875-4E3F58E99678}"/>
              </a:ext>
            </a:extLst>
          </p:cNvPr>
          <p:cNvSpPr/>
          <p:nvPr/>
        </p:nvSpPr>
        <p:spPr>
          <a:xfrm>
            <a:off x="8670550" y="2632508"/>
            <a:ext cx="2210991" cy="31312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Auto filled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83E5E65-75D0-4110-AB01-C0E74A2E6D87}"/>
              </a:ext>
            </a:extLst>
          </p:cNvPr>
          <p:cNvSpPr/>
          <p:nvPr/>
        </p:nvSpPr>
        <p:spPr>
          <a:xfrm>
            <a:off x="897045" y="3274440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40C9E82-151B-41B1-B5F5-5A25FED90E99}"/>
              </a:ext>
            </a:extLst>
          </p:cNvPr>
          <p:cNvSpPr/>
          <p:nvPr/>
        </p:nvSpPr>
        <p:spPr>
          <a:xfrm>
            <a:off x="4479574" y="3299149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133C680-F1FA-4D62-80D3-9B91479CBAEF}"/>
              </a:ext>
            </a:extLst>
          </p:cNvPr>
          <p:cNvSpPr/>
          <p:nvPr/>
        </p:nvSpPr>
        <p:spPr>
          <a:xfrm>
            <a:off x="8682479" y="3312541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EC30B49-2F3E-4136-9C73-47BD55C6A3AE}"/>
              </a:ext>
            </a:extLst>
          </p:cNvPr>
          <p:cNvSpPr/>
          <p:nvPr/>
        </p:nvSpPr>
        <p:spPr>
          <a:xfrm>
            <a:off x="897045" y="2615167"/>
            <a:ext cx="2210991" cy="31312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Prospect Application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D198FEE-0353-4CE0-A5C1-AF45A7655E96}"/>
              </a:ext>
            </a:extLst>
          </p:cNvPr>
          <p:cNvSpPr/>
          <p:nvPr/>
        </p:nvSpPr>
        <p:spPr>
          <a:xfrm>
            <a:off x="4440912" y="4063002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FF9E16-C32D-44DA-9A7E-38FCBE944810}"/>
              </a:ext>
            </a:extLst>
          </p:cNvPr>
          <p:cNvSpPr txBox="1"/>
          <p:nvPr/>
        </p:nvSpPr>
        <p:spPr>
          <a:xfrm>
            <a:off x="8637380" y="3815382"/>
            <a:ext cx="14865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Best time to contact: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FEC3405-0A59-46F7-99F5-1E1068648E6B}"/>
              </a:ext>
            </a:extLst>
          </p:cNvPr>
          <p:cNvSpPr txBox="1"/>
          <p:nvPr/>
        </p:nvSpPr>
        <p:spPr>
          <a:xfrm>
            <a:off x="4389360" y="4618015"/>
            <a:ext cx="1487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Business Experience:</a:t>
            </a:r>
            <a:endParaRPr lang="en-IN" sz="12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FA53650-C9F3-4492-93EA-B6B708CD3388}"/>
              </a:ext>
            </a:extLst>
          </p:cNvPr>
          <p:cNvSpPr/>
          <p:nvPr/>
        </p:nvSpPr>
        <p:spPr>
          <a:xfrm>
            <a:off x="8709096" y="4065966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588F474-CDF6-4A45-A89D-A17A090226A1}"/>
              </a:ext>
            </a:extLst>
          </p:cNvPr>
          <p:cNvSpPr/>
          <p:nvPr/>
        </p:nvSpPr>
        <p:spPr>
          <a:xfrm>
            <a:off x="4421622" y="4868599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AB9658A-A58E-4AA0-8CF5-C571577F6BE4}"/>
              </a:ext>
            </a:extLst>
          </p:cNvPr>
          <p:cNvSpPr txBox="1"/>
          <p:nvPr/>
        </p:nvSpPr>
        <p:spPr>
          <a:xfrm>
            <a:off x="837259" y="4608771"/>
            <a:ext cx="14446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Brands Applying for: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66B314-4F6E-468F-8570-05CA5F46A12D}"/>
              </a:ext>
            </a:extLst>
          </p:cNvPr>
          <p:cNvSpPr txBox="1"/>
          <p:nvPr/>
        </p:nvSpPr>
        <p:spPr>
          <a:xfrm>
            <a:off x="753033" y="5505505"/>
            <a:ext cx="24089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How did you hear about our brand?</a:t>
            </a:r>
            <a:endParaRPr lang="en-IN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6918EE5-731E-409E-A209-3FEDC98CD060}"/>
              </a:ext>
            </a:extLst>
          </p:cNvPr>
          <p:cNvSpPr txBox="1"/>
          <p:nvPr/>
        </p:nvSpPr>
        <p:spPr>
          <a:xfrm>
            <a:off x="8636426" y="4599804"/>
            <a:ext cx="2939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Enter Number of Units/Locations Requested</a:t>
            </a:r>
            <a:endParaRPr lang="en-IN" sz="12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2C4F2BF-E64D-4689-A32B-8F7890AAFA98}"/>
              </a:ext>
            </a:extLst>
          </p:cNvPr>
          <p:cNvSpPr/>
          <p:nvPr/>
        </p:nvSpPr>
        <p:spPr>
          <a:xfrm>
            <a:off x="912583" y="4851761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DF893B1-D91C-4CC2-8E7E-0FC308894EA1}"/>
              </a:ext>
            </a:extLst>
          </p:cNvPr>
          <p:cNvSpPr/>
          <p:nvPr/>
        </p:nvSpPr>
        <p:spPr>
          <a:xfrm>
            <a:off x="8746179" y="4855280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+</a:t>
            </a:r>
            <a:r>
              <a:rPr lang="en-IN" sz="1200" i="1" dirty="0" err="1">
                <a:solidFill>
                  <a:schemeClr val="tx1"/>
                </a:solidFill>
              </a:rPr>
              <a:t>Ve</a:t>
            </a:r>
            <a:r>
              <a:rPr lang="en-IN" sz="1200" i="1" dirty="0">
                <a:solidFill>
                  <a:schemeClr val="tx1"/>
                </a:solidFill>
              </a:rPr>
              <a:t> number (integer)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88040A17-985A-4E68-8DBE-C2C803E599CF}"/>
              </a:ext>
            </a:extLst>
          </p:cNvPr>
          <p:cNvSpPr/>
          <p:nvPr/>
        </p:nvSpPr>
        <p:spPr>
          <a:xfrm>
            <a:off x="6390393" y="4964126"/>
            <a:ext cx="182172" cy="1220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Arrow: Down 61">
            <a:extLst>
              <a:ext uri="{FF2B5EF4-FFF2-40B4-BE49-F238E27FC236}">
                <a16:creationId xmlns:a16="http://schemas.microsoft.com/office/drawing/2014/main" id="{A686AB43-85B4-4329-9D56-E83121FD563C}"/>
              </a:ext>
            </a:extLst>
          </p:cNvPr>
          <p:cNvSpPr/>
          <p:nvPr/>
        </p:nvSpPr>
        <p:spPr>
          <a:xfrm>
            <a:off x="2855084" y="5886448"/>
            <a:ext cx="182172" cy="1220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8163A7E3-2658-4787-92E8-08C53EB4FD73}"/>
              </a:ext>
            </a:extLst>
          </p:cNvPr>
          <p:cNvSpPr/>
          <p:nvPr/>
        </p:nvSpPr>
        <p:spPr>
          <a:xfrm>
            <a:off x="2903127" y="4962818"/>
            <a:ext cx="182172" cy="1220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5FC719-CFBE-44AE-A1EA-891AFDBD7D89}"/>
              </a:ext>
            </a:extLst>
          </p:cNvPr>
          <p:cNvSpPr/>
          <p:nvPr/>
        </p:nvSpPr>
        <p:spPr>
          <a:xfrm>
            <a:off x="5066929" y="6422424"/>
            <a:ext cx="1323464" cy="3684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Submit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5961DD8-DFEE-443A-B8DD-7D12A5E2139D}"/>
              </a:ext>
            </a:extLst>
          </p:cNvPr>
          <p:cNvGrpSpPr/>
          <p:nvPr/>
        </p:nvGrpSpPr>
        <p:grpSpPr>
          <a:xfrm>
            <a:off x="161365" y="1814669"/>
            <a:ext cx="11788228" cy="446281"/>
            <a:chOff x="443314" y="4235140"/>
            <a:chExt cx="10439219" cy="446281"/>
          </a:xfrm>
        </p:grpSpPr>
        <p:sp>
          <p:nvSpPr>
            <p:cNvPr id="68" name="Rectangle: Top Corners One Rounded and One Snipped 67">
              <a:extLst>
                <a:ext uri="{FF2B5EF4-FFF2-40B4-BE49-F238E27FC236}">
                  <a16:creationId xmlns:a16="http://schemas.microsoft.com/office/drawing/2014/main" id="{BF42F731-A609-423E-A13D-D69E9537774A}"/>
                </a:ext>
              </a:extLst>
            </p:cNvPr>
            <p:cNvSpPr/>
            <p:nvPr/>
          </p:nvSpPr>
          <p:spPr>
            <a:xfrm>
              <a:off x="44331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Contact </a:t>
              </a:r>
            </a:p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Details</a:t>
              </a:r>
            </a:p>
          </p:txBody>
        </p:sp>
        <p:sp>
          <p:nvSpPr>
            <p:cNvPr id="69" name="Rectangle: Top Corners One Rounded and One Snipped 68">
              <a:extLst>
                <a:ext uri="{FF2B5EF4-FFF2-40B4-BE49-F238E27FC236}">
                  <a16:creationId xmlns:a16="http://schemas.microsoft.com/office/drawing/2014/main" id="{D87113D0-674F-4953-97D3-437F2FCD5CFD}"/>
                </a:ext>
              </a:extLst>
            </p:cNvPr>
            <p:cNvSpPr/>
            <p:nvPr/>
          </p:nvSpPr>
          <p:spPr>
            <a:xfrm>
              <a:off x="3939520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Co-Applicants</a:t>
              </a:r>
            </a:p>
          </p:txBody>
        </p:sp>
        <p:sp>
          <p:nvSpPr>
            <p:cNvPr id="70" name="Rectangle: Top Corners One Rounded and One Snipped 69">
              <a:extLst>
                <a:ext uri="{FF2B5EF4-FFF2-40B4-BE49-F238E27FC236}">
                  <a16:creationId xmlns:a16="http://schemas.microsoft.com/office/drawing/2014/main" id="{9B32BFC7-F33C-43E2-A572-AFA6A22BBF22}"/>
                </a:ext>
              </a:extLst>
            </p:cNvPr>
            <p:cNvSpPr/>
            <p:nvPr/>
          </p:nvSpPr>
          <p:spPr>
            <a:xfrm>
              <a:off x="9766533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Real Estate</a:t>
              </a:r>
            </a:p>
          </p:txBody>
        </p:sp>
        <p:sp>
          <p:nvSpPr>
            <p:cNvPr id="71" name="Rectangle: Top Corners One Rounded and One Snipped 70">
              <a:extLst>
                <a:ext uri="{FF2B5EF4-FFF2-40B4-BE49-F238E27FC236}">
                  <a16:creationId xmlns:a16="http://schemas.microsoft.com/office/drawing/2014/main" id="{D5828DBA-A08D-4FB6-BEBA-6589459B373F}"/>
                </a:ext>
              </a:extLst>
            </p:cNvPr>
            <p:cNvSpPr/>
            <p:nvPr/>
          </p:nvSpPr>
          <p:spPr>
            <a:xfrm>
              <a:off x="160871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Personal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72" name="Rectangle: Top Corners One Rounded and One Snipped 71">
              <a:extLst>
                <a:ext uri="{FF2B5EF4-FFF2-40B4-BE49-F238E27FC236}">
                  <a16:creationId xmlns:a16="http://schemas.microsoft.com/office/drawing/2014/main" id="{AA1DA0B4-AFC0-44E8-AEF1-3DF6C9A02802}"/>
                </a:ext>
              </a:extLst>
            </p:cNvPr>
            <p:cNvSpPr/>
            <p:nvPr/>
          </p:nvSpPr>
          <p:spPr>
            <a:xfrm>
              <a:off x="277411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Employment</a:t>
              </a:r>
            </a:p>
          </p:txBody>
        </p:sp>
        <p:sp>
          <p:nvSpPr>
            <p:cNvPr id="73" name="Rectangle: Top Corners One Rounded and One Snipped 72">
              <a:extLst>
                <a:ext uri="{FF2B5EF4-FFF2-40B4-BE49-F238E27FC236}">
                  <a16:creationId xmlns:a16="http://schemas.microsoft.com/office/drawing/2014/main" id="{D1A4A4ED-7FA5-4B2E-B3B0-77FCFA971249}"/>
                </a:ext>
              </a:extLst>
            </p:cNvPr>
            <p:cNvSpPr/>
            <p:nvPr/>
          </p:nvSpPr>
          <p:spPr>
            <a:xfrm>
              <a:off x="5104922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Financial</a:t>
              </a:r>
            </a:p>
          </p:txBody>
        </p:sp>
        <p:sp>
          <p:nvSpPr>
            <p:cNvPr id="74" name="Rectangle: Top Corners One Rounded and One Snipped 73">
              <a:extLst>
                <a:ext uri="{FF2B5EF4-FFF2-40B4-BE49-F238E27FC236}">
                  <a16:creationId xmlns:a16="http://schemas.microsoft.com/office/drawing/2014/main" id="{2A1E6E0A-A019-4CF5-93EB-7F657ED3FAC6}"/>
                </a:ext>
              </a:extLst>
            </p:cNvPr>
            <p:cNvSpPr/>
            <p:nvPr/>
          </p:nvSpPr>
          <p:spPr>
            <a:xfrm>
              <a:off x="627032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Related Questions</a:t>
              </a:r>
            </a:p>
          </p:txBody>
        </p:sp>
        <p:sp>
          <p:nvSpPr>
            <p:cNvPr id="75" name="Rectangle: Top Corners One Rounded and One Snipped 74">
              <a:extLst>
                <a:ext uri="{FF2B5EF4-FFF2-40B4-BE49-F238E27FC236}">
                  <a16:creationId xmlns:a16="http://schemas.microsoft.com/office/drawing/2014/main" id="{7F9D4AD3-E48E-4B78-8C01-FC4B964E0FBE}"/>
                </a:ext>
              </a:extLst>
            </p:cNvPr>
            <p:cNvSpPr/>
            <p:nvPr/>
          </p:nvSpPr>
          <p:spPr>
            <a:xfrm>
              <a:off x="743572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Other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Questions</a:t>
              </a:r>
            </a:p>
          </p:txBody>
        </p:sp>
        <p:sp>
          <p:nvSpPr>
            <p:cNvPr id="76" name="Rectangle: Top Corners One Rounded and One Snipped 75">
              <a:extLst>
                <a:ext uri="{FF2B5EF4-FFF2-40B4-BE49-F238E27FC236}">
                  <a16:creationId xmlns:a16="http://schemas.microsoft.com/office/drawing/2014/main" id="{34581413-6167-42DF-9A91-C4D57320899C}"/>
                </a:ext>
              </a:extLst>
            </p:cNvPr>
            <p:cNvSpPr/>
            <p:nvPr/>
          </p:nvSpPr>
          <p:spPr>
            <a:xfrm>
              <a:off x="860112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Preferred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Location</a:t>
              </a:r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31F17616-2C6B-4098-B308-CC6B58027D45}"/>
              </a:ext>
            </a:extLst>
          </p:cNvPr>
          <p:cNvSpPr/>
          <p:nvPr/>
        </p:nvSpPr>
        <p:spPr>
          <a:xfrm>
            <a:off x="749468" y="6419929"/>
            <a:ext cx="37056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i="1" dirty="0">
                <a:solidFill>
                  <a:srgbClr val="333333"/>
                </a:solidFill>
                <a:latin typeface="Segoe UI" panose="020B0502040204020203" pitchFamily="34" charset="0"/>
              </a:rPr>
              <a:t>Note: all </a:t>
            </a:r>
            <a:r>
              <a:rPr lang="en-IN" sz="1400" i="1" dirty="0">
                <a:solidFill>
                  <a:srgbClr val="FF0000"/>
                </a:solidFill>
                <a:latin typeface="Segoe UI" panose="020B0502040204020203" pitchFamily="34" charset="0"/>
              </a:rPr>
              <a:t>*</a:t>
            </a:r>
            <a:r>
              <a:rPr lang="en-IN" sz="1400" i="1" dirty="0">
                <a:solidFill>
                  <a:srgbClr val="333333"/>
                </a:solidFill>
                <a:latin typeface="Segoe UI" panose="020B0502040204020203" pitchFamily="34" charset="0"/>
              </a:rPr>
              <a:t> marked fields are mandatory to fill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3850032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47BBCC2-11D5-4CFF-80A7-2F391657A46C}"/>
              </a:ext>
            </a:extLst>
          </p:cNvPr>
          <p:cNvGrpSpPr/>
          <p:nvPr/>
        </p:nvGrpSpPr>
        <p:grpSpPr>
          <a:xfrm>
            <a:off x="0" y="0"/>
            <a:ext cx="12192000" cy="1131013"/>
            <a:chOff x="611905" y="635026"/>
            <a:chExt cx="11266330" cy="9621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FE4783C-EB9C-4B75-82A0-8C8FBD6E0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905" y="635026"/>
              <a:ext cx="6182588" cy="96215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9C610A-A7CA-4B8B-A90E-19611F35F32E}"/>
                </a:ext>
              </a:extLst>
            </p:cNvPr>
            <p:cNvSpPr/>
            <p:nvPr/>
          </p:nvSpPr>
          <p:spPr>
            <a:xfrm>
              <a:off x="6777319" y="635026"/>
              <a:ext cx="5100916" cy="951727"/>
            </a:xfrm>
            <a:prstGeom prst="rect">
              <a:avLst/>
            </a:prstGeom>
            <a:solidFill>
              <a:srgbClr val="061B29"/>
            </a:solidFill>
            <a:ln>
              <a:solidFill>
                <a:srgbClr val="061B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4F724E6-1D5C-4990-8465-F0B1A1599C12}"/>
              </a:ext>
            </a:extLst>
          </p:cNvPr>
          <p:cNvSpPr/>
          <p:nvPr/>
        </p:nvSpPr>
        <p:spPr>
          <a:xfrm>
            <a:off x="9244010" y="144033"/>
            <a:ext cx="18556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bg1"/>
                </a:solidFill>
                <a:effectLst/>
                <a:latin typeface="system-ui"/>
              </a:rPr>
              <a:t>Welcome</a:t>
            </a:r>
            <a:endParaRPr lang="en-US" b="0" i="0" dirty="0">
              <a:solidFill>
                <a:schemeClr val="bg1"/>
              </a:solidFill>
              <a:effectLst/>
              <a:latin typeface="system-ui"/>
            </a:endParaRPr>
          </a:p>
          <a:p>
            <a:r>
              <a:rPr lang="en-US" sz="2000" dirty="0">
                <a:solidFill>
                  <a:schemeClr val="bg1"/>
                </a:solidFill>
                <a:latin typeface="system-ui"/>
              </a:rPr>
              <a:t>User Name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AB58B0-A36D-44C9-B2CC-9F758F1BF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2111" y="213659"/>
            <a:ext cx="607482" cy="6074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C0D74F-E5BB-4617-9EC3-E818AF146A9B}"/>
              </a:ext>
            </a:extLst>
          </p:cNvPr>
          <p:cNvSpPr txBox="1"/>
          <p:nvPr/>
        </p:nvSpPr>
        <p:spPr>
          <a:xfrm>
            <a:off x="9745912" y="1147743"/>
            <a:ext cx="11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My Profile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76C39C-4BF6-4DF0-8155-A202ECD52C87}"/>
              </a:ext>
            </a:extLst>
          </p:cNvPr>
          <p:cNvSpPr txBox="1"/>
          <p:nvPr/>
        </p:nvSpPr>
        <p:spPr>
          <a:xfrm>
            <a:off x="11063844" y="1147743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Sign out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A64D17-C4BF-40D4-9CF6-15833C4D2D4A}"/>
              </a:ext>
            </a:extLst>
          </p:cNvPr>
          <p:cNvSpPr txBox="1"/>
          <p:nvPr/>
        </p:nvSpPr>
        <p:spPr>
          <a:xfrm>
            <a:off x="7489773" y="1147743"/>
            <a:ext cx="2116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Prospect Application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92E5B8-9B52-4B3C-8E78-2A89C7CFB03E}"/>
              </a:ext>
            </a:extLst>
          </p:cNvPr>
          <p:cNvSpPr txBox="1"/>
          <p:nvPr/>
        </p:nvSpPr>
        <p:spPr>
          <a:xfrm>
            <a:off x="364569" y="1401179"/>
            <a:ext cx="221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Prospect Application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D8F9C4-5E77-4760-8D1B-C3479BE8463A}"/>
              </a:ext>
            </a:extLst>
          </p:cNvPr>
          <p:cNvSpPr txBox="1"/>
          <p:nvPr/>
        </p:nvSpPr>
        <p:spPr>
          <a:xfrm>
            <a:off x="1249778" y="2392342"/>
            <a:ext cx="6912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Gender: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2F24E9-146A-4DFE-87E9-CCFE255680DC}"/>
              </a:ext>
            </a:extLst>
          </p:cNvPr>
          <p:cNvSpPr txBox="1"/>
          <p:nvPr/>
        </p:nvSpPr>
        <p:spPr>
          <a:xfrm>
            <a:off x="4679338" y="2392342"/>
            <a:ext cx="10215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Date of Birth: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5EC719-262E-44F0-B8B3-F01CA357C9F9}"/>
              </a:ext>
            </a:extLst>
          </p:cNvPr>
          <p:cNvSpPr txBox="1"/>
          <p:nvPr/>
        </p:nvSpPr>
        <p:spPr>
          <a:xfrm>
            <a:off x="7868678" y="2392342"/>
            <a:ext cx="13169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Home Ownership: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E52E3C-059F-4590-BF63-CE334C31F36C}"/>
              </a:ext>
            </a:extLst>
          </p:cNvPr>
          <p:cNvSpPr txBox="1"/>
          <p:nvPr/>
        </p:nvSpPr>
        <p:spPr>
          <a:xfrm>
            <a:off x="1249778" y="3226902"/>
            <a:ext cx="8496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US Citizen: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1B99DA-A8F5-4AB6-AC2A-2BB110B01E9E}"/>
              </a:ext>
            </a:extLst>
          </p:cNvPr>
          <p:cNvSpPr txBox="1"/>
          <p:nvPr/>
        </p:nvSpPr>
        <p:spPr>
          <a:xfrm>
            <a:off x="7868678" y="3226902"/>
            <a:ext cx="10867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Marital status: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74BE8E-489B-4566-B39B-FF2FB78764C1}"/>
              </a:ext>
            </a:extLst>
          </p:cNvPr>
          <p:cNvSpPr txBox="1"/>
          <p:nvPr/>
        </p:nvSpPr>
        <p:spPr>
          <a:xfrm>
            <a:off x="4679338" y="3226902"/>
            <a:ext cx="11865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Social security #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668786-8A21-4D21-8FD5-6FBDB149E8DB}"/>
              </a:ext>
            </a:extLst>
          </p:cNvPr>
          <p:cNvSpPr txBox="1"/>
          <p:nvPr/>
        </p:nvSpPr>
        <p:spPr>
          <a:xfrm>
            <a:off x="1249778" y="4141747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Spouse name: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F03731-0A22-4112-BDE6-D46EAB487217}"/>
              </a:ext>
            </a:extLst>
          </p:cNvPr>
          <p:cNvSpPr txBox="1"/>
          <p:nvPr/>
        </p:nvSpPr>
        <p:spPr>
          <a:xfrm>
            <a:off x="7868678" y="4098083"/>
            <a:ext cx="13353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Spouse US Citizen: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703273-B470-4DC9-93FB-8072F11A1A3E}"/>
              </a:ext>
            </a:extLst>
          </p:cNvPr>
          <p:cNvSpPr txBox="1"/>
          <p:nvPr/>
        </p:nvSpPr>
        <p:spPr>
          <a:xfrm>
            <a:off x="1337276" y="5098803"/>
            <a:ext cx="1739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Spouse social security # :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46CD3A2-2BC8-4EDF-B38D-51FBBC000B82}"/>
              </a:ext>
            </a:extLst>
          </p:cNvPr>
          <p:cNvSpPr/>
          <p:nvPr/>
        </p:nvSpPr>
        <p:spPr>
          <a:xfrm>
            <a:off x="1249778" y="3493523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Yes / No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EEC5B70-1CA1-4E42-8F71-D66D9616DA60}"/>
              </a:ext>
            </a:extLst>
          </p:cNvPr>
          <p:cNvSpPr/>
          <p:nvPr/>
        </p:nvSpPr>
        <p:spPr>
          <a:xfrm>
            <a:off x="4679338" y="3493523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If Yes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74858F3-BEA1-4925-AA96-08385449E59D}"/>
              </a:ext>
            </a:extLst>
          </p:cNvPr>
          <p:cNvSpPr/>
          <p:nvPr/>
        </p:nvSpPr>
        <p:spPr>
          <a:xfrm>
            <a:off x="7868678" y="3493523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7371FF3-2625-4629-ACD3-EB7F359A71DD}"/>
              </a:ext>
            </a:extLst>
          </p:cNvPr>
          <p:cNvSpPr/>
          <p:nvPr/>
        </p:nvSpPr>
        <p:spPr>
          <a:xfrm>
            <a:off x="1249778" y="4444273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If married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B5AA1AD-AE24-456A-8360-14A2EE38B7E6}"/>
              </a:ext>
            </a:extLst>
          </p:cNvPr>
          <p:cNvSpPr/>
          <p:nvPr/>
        </p:nvSpPr>
        <p:spPr>
          <a:xfrm>
            <a:off x="7868678" y="4400609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If married (Yes / No) 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F5A4C93-BB4B-4949-BEEF-41EC5AF2F8B4}"/>
              </a:ext>
            </a:extLst>
          </p:cNvPr>
          <p:cNvSpPr/>
          <p:nvPr/>
        </p:nvSpPr>
        <p:spPr>
          <a:xfrm>
            <a:off x="1337276" y="5401329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If married and if US Citizen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EB4F325-5A05-49EF-9D3C-335FE9E43BCE}"/>
              </a:ext>
            </a:extLst>
          </p:cNvPr>
          <p:cNvSpPr/>
          <p:nvPr/>
        </p:nvSpPr>
        <p:spPr>
          <a:xfrm>
            <a:off x="1249778" y="2681576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Male / Female / Other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86A7951-C531-45A4-8CE2-53AB109B1AFF}"/>
              </a:ext>
            </a:extLst>
          </p:cNvPr>
          <p:cNvSpPr/>
          <p:nvPr/>
        </p:nvSpPr>
        <p:spPr>
          <a:xfrm>
            <a:off x="4679338" y="2681576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Date Calendar (past date)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289746F-998E-4A51-850E-BEEE5BFD4103}"/>
              </a:ext>
            </a:extLst>
          </p:cNvPr>
          <p:cNvSpPr/>
          <p:nvPr/>
        </p:nvSpPr>
        <p:spPr>
          <a:xfrm>
            <a:off x="7868678" y="2681576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Own / Renting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511B41D-E61F-4E0C-BF4B-05A446C1B9B5}"/>
              </a:ext>
            </a:extLst>
          </p:cNvPr>
          <p:cNvSpPr/>
          <p:nvPr/>
        </p:nvSpPr>
        <p:spPr>
          <a:xfrm>
            <a:off x="94000" y="2287947"/>
            <a:ext cx="12003999" cy="38618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Arrow: Down 59">
            <a:extLst>
              <a:ext uri="{FF2B5EF4-FFF2-40B4-BE49-F238E27FC236}">
                <a16:creationId xmlns:a16="http://schemas.microsoft.com/office/drawing/2014/main" id="{54B6CB2F-46F7-4DB3-A929-8A3620BFFC0D}"/>
              </a:ext>
            </a:extLst>
          </p:cNvPr>
          <p:cNvSpPr/>
          <p:nvPr/>
        </p:nvSpPr>
        <p:spPr>
          <a:xfrm>
            <a:off x="9799075" y="3589050"/>
            <a:ext cx="182172" cy="1220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Arrow: Down 61">
            <a:extLst>
              <a:ext uri="{FF2B5EF4-FFF2-40B4-BE49-F238E27FC236}">
                <a16:creationId xmlns:a16="http://schemas.microsoft.com/office/drawing/2014/main" id="{B01513F7-FBFB-4EAD-BA34-FE251BB6A98D}"/>
              </a:ext>
            </a:extLst>
          </p:cNvPr>
          <p:cNvSpPr/>
          <p:nvPr/>
        </p:nvSpPr>
        <p:spPr>
          <a:xfrm>
            <a:off x="9799075" y="2762722"/>
            <a:ext cx="182172" cy="1220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FB1C8A8-974C-4CD5-ADD4-FA8AF57A53BB}"/>
              </a:ext>
            </a:extLst>
          </p:cNvPr>
          <p:cNvGrpSpPr/>
          <p:nvPr/>
        </p:nvGrpSpPr>
        <p:grpSpPr>
          <a:xfrm>
            <a:off x="161365" y="1814669"/>
            <a:ext cx="11788228" cy="446281"/>
            <a:chOff x="443314" y="4235140"/>
            <a:chExt cx="10439219" cy="446281"/>
          </a:xfrm>
        </p:grpSpPr>
        <p:sp>
          <p:nvSpPr>
            <p:cNvPr id="73" name="Rectangle: Top Corners One Rounded and One Snipped 72">
              <a:extLst>
                <a:ext uri="{FF2B5EF4-FFF2-40B4-BE49-F238E27FC236}">
                  <a16:creationId xmlns:a16="http://schemas.microsoft.com/office/drawing/2014/main" id="{8A96DB6F-41A9-42CB-9A5B-29A6AC3DE1D4}"/>
                </a:ext>
              </a:extLst>
            </p:cNvPr>
            <p:cNvSpPr/>
            <p:nvPr/>
          </p:nvSpPr>
          <p:spPr>
            <a:xfrm>
              <a:off x="44331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Contact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74" name="Rectangle: Top Corners One Rounded and One Snipped 73">
              <a:extLst>
                <a:ext uri="{FF2B5EF4-FFF2-40B4-BE49-F238E27FC236}">
                  <a16:creationId xmlns:a16="http://schemas.microsoft.com/office/drawing/2014/main" id="{04E67169-A801-4444-8772-199DE9C9CBE2}"/>
                </a:ext>
              </a:extLst>
            </p:cNvPr>
            <p:cNvSpPr/>
            <p:nvPr/>
          </p:nvSpPr>
          <p:spPr>
            <a:xfrm>
              <a:off x="3939520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Co-Applicants</a:t>
              </a:r>
            </a:p>
          </p:txBody>
        </p:sp>
        <p:sp>
          <p:nvSpPr>
            <p:cNvPr id="75" name="Rectangle: Top Corners One Rounded and One Snipped 74">
              <a:extLst>
                <a:ext uri="{FF2B5EF4-FFF2-40B4-BE49-F238E27FC236}">
                  <a16:creationId xmlns:a16="http://schemas.microsoft.com/office/drawing/2014/main" id="{D569EE4B-9EB9-48FC-B0A1-B4D9D0A671D5}"/>
                </a:ext>
              </a:extLst>
            </p:cNvPr>
            <p:cNvSpPr/>
            <p:nvPr/>
          </p:nvSpPr>
          <p:spPr>
            <a:xfrm>
              <a:off x="9766533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Real Estate</a:t>
              </a:r>
            </a:p>
          </p:txBody>
        </p:sp>
        <p:sp>
          <p:nvSpPr>
            <p:cNvPr id="76" name="Rectangle: Top Corners One Rounded and One Snipped 75">
              <a:extLst>
                <a:ext uri="{FF2B5EF4-FFF2-40B4-BE49-F238E27FC236}">
                  <a16:creationId xmlns:a16="http://schemas.microsoft.com/office/drawing/2014/main" id="{15140C5E-EEC7-4251-8A73-EBD5B587704D}"/>
                </a:ext>
              </a:extLst>
            </p:cNvPr>
            <p:cNvSpPr/>
            <p:nvPr/>
          </p:nvSpPr>
          <p:spPr>
            <a:xfrm>
              <a:off x="160871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Personal</a:t>
              </a:r>
            </a:p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Details</a:t>
              </a:r>
            </a:p>
          </p:txBody>
        </p:sp>
        <p:sp>
          <p:nvSpPr>
            <p:cNvPr id="77" name="Rectangle: Top Corners One Rounded and One Snipped 76">
              <a:extLst>
                <a:ext uri="{FF2B5EF4-FFF2-40B4-BE49-F238E27FC236}">
                  <a16:creationId xmlns:a16="http://schemas.microsoft.com/office/drawing/2014/main" id="{78E74F6B-39C8-4304-9350-3D1590703892}"/>
                </a:ext>
              </a:extLst>
            </p:cNvPr>
            <p:cNvSpPr/>
            <p:nvPr/>
          </p:nvSpPr>
          <p:spPr>
            <a:xfrm>
              <a:off x="277411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Employment</a:t>
              </a:r>
            </a:p>
          </p:txBody>
        </p:sp>
        <p:sp>
          <p:nvSpPr>
            <p:cNvPr id="78" name="Rectangle: Top Corners One Rounded and One Snipped 77">
              <a:extLst>
                <a:ext uri="{FF2B5EF4-FFF2-40B4-BE49-F238E27FC236}">
                  <a16:creationId xmlns:a16="http://schemas.microsoft.com/office/drawing/2014/main" id="{EA37F157-1CB4-4316-9A57-D63879BA15A0}"/>
                </a:ext>
              </a:extLst>
            </p:cNvPr>
            <p:cNvSpPr/>
            <p:nvPr/>
          </p:nvSpPr>
          <p:spPr>
            <a:xfrm>
              <a:off x="5104922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Financial</a:t>
              </a:r>
            </a:p>
          </p:txBody>
        </p:sp>
        <p:sp>
          <p:nvSpPr>
            <p:cNvPr id="79" name="Rectangle: Top Corners One Rounded and One Snipped 78">
              <a:extLst>
                <a:ext uri="{FF2B5EF4-FFF2-40B4-BE49-F238E27FC236}">
                  <a16:creationId xmlns:a16="http://schemas.microsoft.com/office/drawing/2014/main" id="{2F5C9FD3-5335-4BBC-AE00-AD645BC18D37}"/>
                </a:ext>
              </a:extLst>
            </p:cNvPr>
            <p:cNvSpPr/>
            <p:nvPr/>
          </p:nvSpPr>
          <p:spPr>
            <a:xfrm>
              <a:off x="627032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Related Questions</a:t>
              </a:r>
            </a:p>
          </p:txBody>
        </p:sp>
        <p:sp>
          <p:nvSpPr>
            <p:cNvPr id="80" name="Rectangle: Top Corners One Rounded and One Snipped 79">
              <a:extLst>
                <a:ext uri="{FF2B5EF4-FFF2-40B4-BE49-F238E27FC236}">
                  <a16:creationId xmlns:a16="http://schemas.microsoft.com/office/drawing/2014/main" id="{EBBE2590-2146-41F4-B9F8-E154D61E7374}"/>
                </a:ext>
              </a:extLst>
            </p:cNvPr>
            <p:cNvSpPr/>
            <p:nvPr/>
          </p:nvSpPr>
          <p:spPr>
            <a:xfrm>
              <a:off x="743572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Other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Questions</a:t>
              </a:r>
            </a:p>
          </p:txBody>
        </p:sp>
        <p:sp>
          <p:nvSpPr>
            <p:cNvPr id="81" name="Rectangle: Top Corners One Rounded and One Snipped 80">
              <a:extLst>
                <a:ext uri="{FF2B5EF4-FFF2-40B4-BE49-F238E27FC236}">
                  <a16:creationId xmlns:a16="http://schemas.microsoft.com/office/drawing/2014/main" id="{5590353A-6A01-450C-AAF6-877323D61C62}"/>
                </a:ext>
              </a:extLst>
            </p:cNvPr>
            <p:cNvSpPr/>
            <p:nvPr/>
          </p:nvSpPr>
          <p:spPr>
            <a:xfrm>
              <a:off x="860112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Preferred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Location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FB6F4779-7D66-43CD-985A-F3D47A5DB0C6}"/>
              </a:ext>
            </a:extLst>
          </p:cNvPr>
          <p:cNvSpPr txBox="1"/>
          <p:nvPr/>
        </p:nvSpPr>
        <p:spPr>
          <a:xfrm>
            <a:off x="4650349" y="5098803"/>
            <a:ext cx="30755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Can you devote your full time to the business?</a:t>
            </a:r>
            <a:endParaRPr lang="en-IN" sz="12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98E04AC-6FDC-4F78-AEB9-524422D3F741}"/>
              </a:ext>
            </a:extLst>
          </p:cNvPr>
          <p:cNvSpPr/>
          <p:nvPr/>
        </p:nvSpPr>
        <p:spPr>
          <a:xfrm>
            <a:off x="4650349" y="5401329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Yes / No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172A9D-F7B7-41F7-A905-38ADB2179833}"/>
              </a:ext>
            </a:extLst>
          </p:cNvPr>
          <p:cNvSpPr txBox="1"/>
          <p:nvPr/>
        </p:nvSpPr>
        <p:spPr>
          <a:xfrm>
            <a:off x="4679338" y="4069899"/>
            <a:ext cx="13437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Spouse Birth Date: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ACEE124-83C8-45A6-8DEF-CF1B3E35667D}"/>
              </a:ext>
            </a:extLst>
          </p:cNvPr>
          <p:cNvSpPr/>
          <p:nvPr/>
        </p:nvSpPr>
        <p:spPr>
          <a:xfrm>
            <a:off x="4679338" y="4359133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If married (past date calendar)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17B9E48-FF58-49B0-8771-98D4E55E489F}"/>
              </a:ext>
            </a:extLst>
          </p:cNvPr>
          <p:cNvSpPr/>
          <p:nvPr/>
        </p:nvSpPr>
        <p:spPr>
          <a:xfrm>
            <a:off x="5066929" y="6422424"/>
            <a:ext cx="1323464" cy="3684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Submit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E4EA333-8A00-4D56-BEFA-61D553DB31B2}"/>
              </a:ext>
            </a:extLst>
          </p:cNvPr>
          <p:cNvSpPr/>
          <p:nvPr/>
        </p:nvSpPr>
        <p:spPr>
          <a:xfrm>
            <a:off x="749468" y="6419929"/>
            <a:ext cx="37056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i="1" dirty="0">
                <a:solidFill>
                  <a:srgbClr val="333333"/>
                </a:solidFill>
                <a:latin typeface="Segoe UI" panose="020B0502040204020203" pitchFamily="34" charset="0"/>
              </a:rPr>
              <a:t>Note: all </a:t>
            </a:r>
            <a:r>
              <a:rPr lang="en-IN" sz="1400" i="1" dirty="0">
                <a:solidFill>
                  <a:srgbClr val="FF0000"/>
                </a:solidFill>
                <a:latin typeface="Segoe UI" panose="020B0502040204020203" pitchFamily="34" charset="0"/>
              </a:rPr>
              <a:t>*</a:t>
            </a:r>
            <a:r>
              <a:rPr lang="en-IN" sz="1400" i="1" dirty="0">
                <a:solidFill>
                  <a:srgbClr val="333333"/>
                </a:solidFill>
                <a:latin typeface="Segoe UI" panose="020B0502040204020203" pitchFamily="34" charset="0"/>
              </a:rPr>
              <a:t> marked fields are mandatory to fill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2844171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47BBCC2-11D5-4CFF-80A7-2F391657A46C}"/>
              </a:ext>
            </a:extLst>
          </p:cNvPr>
          <p:cNvGrpSpPr/>
          <p:nvPr/>
        </p:nvGrpSpPr>
        <p:grpSpPr>
          <a:xfrm>
            <a:off x="0" y="0"/>
            <a:ext cx="12192000" cy="1131013"/>
            <a:chOff x="611905" y="635026"/>
            <a:chExt cx="11266330" cy="9621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FE4783C-EB9C-4B75-82A0-8C8FBD6E0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905" y="635026"/>
              <a:ext cx="6182588" cy="96215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9C610A-A7CA-4B8B-A90E-19611F35F32E}"/>
                </a:ext>
              </a:extLst>
            </p:cNvPr>
            <p:cNvSpPr/>
            <p:nvPr/>
          </p:nvSpPr>
          <p:spPr>
            <a:xfrm>
              <a:off x="6777319" y="635026"/>
              <a:ext cx="5100916" cy="951727"/>
            </a:xfrm>
            <a:prstGeom prst="rect">
              <a:avLst/>
            </a:prstGeom>
            <a:solidFill>
              <a:srgbClr val="061B29"/>
            </a:solidFill>
            <a:ln>
              <a:solidFill>
                <a:srgbClr val="061B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4F724E6-1D5C-4990-8465-F0B1A1599C12}"/>
              </a:ext>
            </a:extLst>
          </p:cNvPr>
          <p:cNvSpPr/>
          <p:nvPr/>
        </p:nvSpPr>
        <p:spPr>
          <a:xfrm>
            <a:off x="9244010" y="144033"/>
            <a:ext cx="18556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bg1"/>
                </a:solidFill>
                <a:effectLst/>
                <a:latin typeface="system-ui"/>
              </a:rPr>
              <a:t>Welcome</a:t>
            </a:r>
            <a:endParaRPr lang="en-US" b="0" i="0" dirty="0">
              <a:solidFill>
                <a:schemeClr val="bg1"/>
              </a:solidFill>
              <a:effectLst/>
              <a:latin typeface="system-ui"/>
            </a:endParaRPr>
          </a:p>
          <a:p>
            <a:r>
              <a:rPr lang="en-US" sz="2000" dirty="0">
                <a:solidFill>
                  <a:schemeClr val="bg1"/>
                </a:solidFill>
                <a:latin typeface="system-ui"/>
              </a:rPr>
              <a:t>User Name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AB58B0-A36D-44C9-B2CC-9F758F1BF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2111" y="213659"/>
            <a:ext cx="607482" cy="6074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C0D74F-E5BB-4617-9EC3-E818AF146A9B}"/>
              </a:ext>
            </a:extLst>
          </p:cNvPr>
          <p:cNvSpPr txBox="1"/>
          <p:nvPr/>
        </p:nvSpPr>
        <p:spPr>
          <a:xfrm>
            <a:off x="9745912" y="1147743"/>
            <a:ext cx="11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My Profile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76C39C-4BF6-4DF0-8155-A202ECD52C87}"/>
              </a:ext>
            </a:extLst>
          </p:cNvPr>
          <p:cNvSpPr txBox="1"/>
          <p:nvPr/>
        </p:nvSpPr>
        <p:spPr>
          <a:xfrm>
            <a:off x="11063844" y="1147743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Sign out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A64D17-C4BF-40D4-9CF6-15833C4D2D4A}"/>
              </a:ext>
            </a:extLst>
          </p:cNvPr>
          <p:cNvSpPr txBox="1"/>
          <p:nvPr/>
        </p:nvSpPr>
        <p:spPr>
          <a:xfrm>
            <a:off x="7489773" y="1147743"/>
            <a:ext cx="2116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Prospect Application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92E5B8-9B52-4B3C-8E78-2A89C7CFB03E}"/>
              </a:ext>
            </a:extLst>
          </p:cNvPr>
          <p:cNvSpPr txBox="1"/>
          <p:nvPr/>
        </p:nvSpPr>
        <p:spPr>
          <a:xfrm>
            <a:off x="364569" y="1401179"/>
            <a:ext cx="221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Prospect Application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6BF0DE-C760-493B-8F23-9A888E8BB124}"/>
              </a:ext>
            </a:extLst>
          </p:cNvPr>
          <p:cNvSpPr/>
          <p:nvPr/>
        </p:nvSpPr>
        <p:spPr>
          <a:xfrm>
            <a:off x="8042702" y="5078695"/>
            <a:ext cx="31552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323130"/>
                </a:solidFill>
              </a:rPr>
              <a:t>Have you previously ever been self-employed?</a:t>
            </a:r>
            <a:endParaRPr lang="en-IN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F5B12E-FE32-4B2D-BC5B-32271B3E66A6}"/>
              </a:ext>
            </a:extLst>
          </p:cNvPr>
          <p:cNvSpPr/>
          <p:nvPr/>
        </p:nvSpPr>
        <p:spPr>
          <a:xfrm>
            <a:off x="876112" y="2565833"/>
            <a:ext cx="13106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>
                <a:solidFill>
                  <a:srgbClr val="323130"/>
                </a:solidFill>
              </a:rPr>
              <a:t>Present Employer</a:t>
            </a:r>
            <a:endParaRPr lang="en-IN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095E01-9949-4243-8ED1-04FE57BF3B75}"/>
              </a:ext>
            </a:extLst>
          </p:cNvPr>
          <p:cNvSpPr/>
          <p:nvPr/>
        </p:nvSpPr>
        <p:spPr>
          <a:xfrm>
            <a:off x="4237180" y="5135589"/>
            <a:ext cx="143590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323130"/>
                </a:solidFill>
              </a:rPr>
              <a:t>Your responsibilities</a:t>
            </a:r>
            <a:endParaRPr lang="en-IN" sz="1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09780C-63BF-412E-950F-2BE8258E176F}"/>
              </a:ext>
            </a:extLst>
          </p:cNvPr>
          <p:cNvSpPr/>
          <p:nvPr/>
        </p:nvSpPr>
        <p:spPr>
          <a:xfrm>
            <a:off x="874780" y="5099409"/>
            <a:ext cx="12754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323130"/>
                </a:solidFill>
              </a:rPr>
              <a:t>Annual Salary ($)</a:t>
            </a:r>
            <a:endParaRPr lang="en-IN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F264F3-2298-45E6-8BEF-2D5F664C5F27}"/>
              </a:ext>
            </a:extLst>
          </p:cNvPr>
          <p:cNvSpPr/>
          <p:nvPr/>
        </p:nvSpPr>
        <p:spPr>
          <a:xfrm>
            <a:off x="876112" y="4091793"/>
            <a:ext cx="9540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323130"/>
                </a:solidFill>
              </a:rPr>
              <a:t>Work Phone</a:t>
            </a:r>
            <a:endParaRPr lang="en-IN" sz="1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CAE5CE-4BB8-4043-98B1-BB0D4A6B42B6}"/>
              </a:ext>
            </a:extLst>
          </p:cNvPr>
          <p:cNvSpPr/>
          <p:nvPr/>
        </p:nvSpPr>
        <p:spPr>
          <a:xfrm>
            <a:off x="4237180" y="2565833"/>
            <a:ext cx="7216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323130"/>
                </a:solidFill>
              </a:rPr>
              <a:t>Job Title</a:t>
            </a:r>
            <a:endParaRPr lang="en-IN" sz="1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59F28D-F275-4EFE-8A35-98C0CC87912A}"/>
              </a:ext>
            </a:extLst>
          </p:cNvPr>
          <p:cNvSpPr/>
          <p:nvPr/>
        </p:nvSpPr>
        <p:spPr>
          <a:xfrm>
            <a:off x="8042702" y="2565833"/>
            <a:ext cx="18332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323130"/>
                </a:solidFill>
              </a:rPr>
              <a:t>Employment Started Date</a:t>
            </a:r>
            <a:endParaRPr lang="en-IN" sz="1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C29C4E-FAB4-4C14-8350-31AA52796FD2}"/>
              </a:ext>
            </a:extLst>
          </p:cNvPr>
          <p:cNvSpPr/>
          <p:nvPr/>
        </p:nvSpPr>
        <p:spPr>
          <a:xfrm>
            <a:off x="876112" y="3246854"/>
            <a:ext cx="10545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323130"/>
                </a:solidFill>
              </a:rPr>
              <a:t>Work Address</a:t>
            </a:r>
            <a:endParaRPr lang="en-IN" sz="12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265762-E26F-41E4-A6D8-BADD259990B8}"/>
              </a:ext>
            </a:extLst>
          </p:cNvPr>
          <p:cNvSpPr/>
          <p:nvPr/>
        </p:nvSpPr>
        <p:spPr>
          <a:xfrm>
            <a:off x="8042702" y="3284965"/>
            <a:ext cx="155972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323130"/>
                </a:solidFill>
              </a:rPr>
              <a:t>Work Hours per Week</a:t>
            </a:r>
            <a:endParaRPr lang="en-IN" sz="1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A14976-6FCB-4AB3-9E2C-E9DF3FC3DFF3}"/>
              </a:ext>
            </a:extLst>
          </p:cNvPr>
          <p:cNvSpPr/>
          <p:nvPr/>
        </p:nvSpPr>
        <p:spPr>
          <a:xfrm>
            <a:off x="8042702" y="4091793"/>
            <a:ext cx="18072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323130"/>
                </a:solidFill>
              </a:rPr>
              <a:t>May we call you at work?</a:t>
            </a:r>
            <a:endParaRPr lang="en-IN" sz="12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634C2C6-7E88-44A1-A4CE-ECF5B05DC4CF}"/>
              </a:ext>
            </a:extLst>
          </p:cNvPr>
          <p:cNvSpPr/>
          <p:nvPr/>
        </p:nvSpPr>
        <p:spPr>
          <a:xfrm>
            <a:off x="876112" y="3532475"/>
            <a:ext cx="5572059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B7E20F3-7878-4191-BF59-0915D6B2B2F9}"/>
              </a:ext>
            </a:extLst>
          </p:cNvPr>
          <p:cNvSpPr/>
          <p:nvPr/>
        </p:nvSpPr>
        <p:spPr>
          <a:xfrm>
            <a:off x="874780" y="5385030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9EE3EFB-C663-4018-803B-41A25336E3AB}"/>
              </a:ext>
            </a:extLst>
          </p:cNvPr>
          <p:cNvSpPr/>
          <p:nvPr/>
        </p:nvSpPr>
        <p:spPr>
          <a:xfrm>
            <a:off x="876112" y="4348044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6816D9D-5A30-4072-AC85-808450944CEF}"/>
              </a:ext>
            </a:extLst>
          </p:cNvPr>
          <p:cNvSpPr/>
          <p:nvPr/>
        </p:nvSpPr>
        <p:spPr>
          <a:xfrm>
            <a:off x="8042702" y="4348044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Yes / No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97E32B6-976F-4550-8D37-8A683974DE10}"/>
              </a:ext>
            </a:extLst>
          </p:cNvPr>
          <p:cNvSpPr/>
          <p:nvPr/>
        </p:nvSpPr>
        <p:spPr>
          <a:xfrm>
            <a:off x="8042702" y="3563517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+</a:t>
            </a:r>
            <a:r>
              <a:rPr lang="en-IN" sz="1200" i="1" dirty="0" err="1">
                <a:solidFill>
                  <a:schemeClr val="tx1"/>
                </a:solidFill>
              </a:rPr>
              <a:t>ve</a:t>
            </a:r>
            <a:r>
              <a:rPr lang="en-IN" sz="1200" i="1" dirty="0">
                <a:solidFill>
                  <a:schemeClr val="tx1"/>
                </a:solidFill>
              </a:rPr>
              <a:t> number (integer)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BDFE537-F7C7-44D2-9AED-CEF8235FF88E}"/>
              </a:ext>
            </a:extLst>
          </p:cNvPr>
          <p:cNvSpPr/>
          <p:nvPr/>
        </p:nvSpPr>
        <p:spPr>
          <a:xfrm>
            <a:off x="876112" y="2865723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B44C567-BADE-41ED-B99F-097B2ABE653F}"/>
              </a:ext>
            </a:extLst>
          </p:cNvPr>
          <p:cNvSpPr/>
          <p:nvPr/>
        </p:nvSpPr>
        <p:spPr>
          <a:xfrm>
            <a:off x="4237180" y="2865723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FD3985B-179E-4BD5-8908-28E04C39E340}"/>
              </a:ext>
            </a:extLst>
          </p:cNvPr>
          <p:cNvSpPr/>
          <p:nvPr/>
        </p:nvSpPr>
        <p:spPr>
          <a:xfrm>
            <a:off x="8042702" y="2865723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Date Calendar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EAFE9F3-E678-4E72-A01E-49FC0D697F44}"/>
              </a:ext>
            </a:extLst>
          </p:cNvPr>
          <p:cNvSpPr/>
          <p:nvPr/>
        </p:nvSpPr>
        <p:spPr>
          <a:xfrm>
            <a:off x="4237180" y="5429855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0D1BB1-8E45-4D50-B6E0-654224710876}"/>
              </a:ext>
            </a:extLst>
          </p:cNvPr>
          <p:cNvSpPr/>
          <p:nvPr/>
        </p:nvSpPr>
        <p:spPr>
          <a:xfrm>
            <a:off x="8042702" y="5372961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Yes / No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F3179F9-A907-4DD0-A4B3-04A19BF0B093}"/>
              </a:ext>
            </a:extLst>
          </p:cNvPr>
          <p:cNvSpPr/>
          <p:nvPr/>
        </p:nvSpPr>
        <p:spPr>
          <a:xfrm>
            <a:off x="94000" y="2287947"/>
            <a:ext cx="12003999" cy="37811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DE45A20-23AD-4AAA-BBBD-A120A2501F41}"/>
              </a:ext>
            </a:extLst>
          </p:cNvPr>
          <p:cNvGrpSpPr/>
          <p:nvPr/>
        </p:nvGrpSpPr>
        <p:grpSpPr>
          <a:xfrm>
            <a:off x="161365" y="1814669"/>
            <a:ext cx="11788228" cy="446281"/>
            <a:chOff x="443314" y="4235140"/>
            <a:chExt cx="10439219" cy="446281"/>
          </a:xfrm>
        </p:grpSpPr>
        <p:sp>
          <p:nvSpPr>
            <p:cNvPr id="62" name="Rectangle: Top Corners One Rounded and One Snipped 61">
              <a:extLst>
                <a:ext uri="{FF2B5EF4-FFF2-40B4-BE49-F238E27FC236}">
                  <a16:creationId xmlns:a16="http://schemas.microsoft.com/office/drawing/2014/main" id="{1D857E36-B412-4272-BBCF-C5B85B3F0A41}"/>
                </a:ext>
              </a:extLst>
            </p:cNvPr>
            <p:cNvSpPr/>
            <p:nvPr/>
          </p:nvSpPr>
          <p:spPr>
            <a:xfrm>
              <a:off x="44331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Contact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63" name="Rectangle: Top Corners One Rounded and One Snipped 62">
              <a:extLst>
                <a:ext uri="{FF2B5EF4-FFF2-40B4-BE49-F238E27FC236}">
                  <a16:creationId xmlns:a16="http://schemas.microsoft.com/office/drawing/2014/main" id="{82A6AF4D-541C-40F2-81A3-1EB4D8127B1E}"/>
                </a:ext>
              </a:extLst>
            </p:cNvPr>
            <p:cNvSpPr/>
            <p:nvPr/>
          </p:nvSpPr>
          <p:spPr>
            <a:xfrm>
              <a:off x="3939520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Co-Applicants</a:t>
              </a:r>
            </a:p>
          </p:txBody>
        </p:sp>
        <p:sp>
          <p:nvSpPr>
            <p:cNvPr id="64" name="Rectangle: Top Corners One Rounded and One Snipped 63">
              <a:extLst>
                <a:ext uri="{FF2B5EF4-FFF2-40B4-BE49-F238E27FC236}">
                  <a16:creationId xmlns:a16="http://schemas.microsoft.com/office/drawing/2014/main" id="{062D973F-913A-4E5E-8E57-A75BB90B7710}"/>
                </a:ext>
              </a:extLst>
            </p:cNvPr>
            <p:cNvSpPr/>
            <p:nvPr/>
          </p:nvSpPr>
          <p:spPr>
            <a:xfrm>
              <a:off x="9766533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Real Estate</a:t>
              </a:r>
            </a:p>
          </p:txBody>
        </p:sp>
        <p:sp>
          <p:nvSpPr>
            <p:cNvPr id="65" name="Rectangle: Top Corners One Rounded and One Snipped 64">
              <a:extLst>
                <a:ext uri="{FF2B5EF4-FFF2-40B4-BE49-F238E27FC236}">
                  <a16:creationId xmlns:a16="http://schemas.microsoft.com/office/drawing/2014/main" id="{79CC19D4-B754-433C-9125-99ACA7A1689A}"/>
                </a:ext>
              </a:extLst>
            </p:cNvPr>
            <p:cNvSpPr/>
            <p:nvPr/>
          </p:nvSpPr>
          <p:spPr>
            <a:xfrm>
              <a:off x="160871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Personal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66" name="Rectangle: Top Corners One Rounded and One Snipped 65">
              <a:extLst>
                <a:ext uri="{FF2B5EF4-FFF2-40B4-BE49-F238E27FC236}">
                  <a16:creationId xmlns:a16="http://schemas.microsoft.com/office/drawing/2014/main" id="{8602984C-656C-4344-8976-E874A8ED2418}"/>
                </a:ext>
              </a:extLst>
            </p:cNvPr>
            <p:cNvSpPr/>
            <p:nvPr/>
          </p:nvSpPr>
          <p:spPr>
            <a:xfrm>
              <a:off x="277411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Employment</a:t>
              </a:r>
            </a:p>
          </p:txBody>
        </p:sp>
        <p:sp>
          <p:nvSpPr>
            <p:cNvPr id="67" name="Rectangle: Top Corners One Rounded and One Snipped 66">
              <a:extLst>
                <a:ext uri="{FF2B5EF4-FFF2-40B4-BE49-F238E27FC236}">
                  <a16:creationId xmlns:a16="http://schemas.microsoft.com/office/drawing/2014/main" id="{5E406353-2797-462F-B869-41DDB0F48C21}"/>
                </a:ext>
              </a:extLst>
            </p:cNvPr>
            <p:cNvSpPr/>
            <p:nvPr/>
          </p:nvSpPr>
          <p:spPr>
            <a:xfrm>
              <a:off x="5104922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Financial</a:t>
              </a:r>
            </a:p>
          </p:txBody>
        </p:sp>
        <p:sp>
          <p:nvSpPr>
            <p:cNvPr id="68" name="Rectangle: Top Corners One Rounded and One Snipped 67">
              <a:extLst>
                <a:ext uri="{FF2B5EF4-FFF2-40B4-BE49-F238E27FC236}">
                  <a16:creationId xmlns:a16="http://schemas.microsoft.com/office/drawing/2014/main" id="{34ED702E-75E7-4FD3-B6A3-872EA0C1E90C}"/>
                </a:ext>
              </a:extLst>
            </p:cNvPr>
            <p:cNvSpPr/>
            <p:nvPr/>
          </p:nvSpPr>
          <p:spPr>
            <a:xfrm>
              <a:off x="627032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Related Questions</a:t>
              </a:r>
            </a:p>
          </p:txBody>
        </p:sp>
        <p:sp>
          <p:nvSpPr>
            <p:cNvPr id="69" name="Rectangle: Top Corners One Rounded and One Snipped 68">
              <a:extLst>
                <a:ext uri="{FF2B5EF4-FFF2-40B4-BE49-F238E27FC236}">
                  <a16:creationId xmlns:a16="http://schemas.microsoft.com/office/drawing/2014/main" id="{AA77DD69-FD18-46E1-BAC5-6BA88F66DB7C}"/>
                </a:ext>
              </a:extLst>
            </p:cNvPr>
            <p:cNvSpPr/>
            <p:nvPr/>
          </p:nvSpPr>
          <p:spPr>
            <a:xfrm>
              <a:off x="743572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Other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Questions</a:t>
              </a:r>
            </a:p>
          </p:txBody>
        </p:sp>
        <p:sp>
          <p:nvSpPr>
            <p:cNvPr id="70" name="Rectangle: Top Corners One Rounded and One Snipped 69">
              <a:extLst>
                <a:ext uri="{FF2B5EF4-FFF2-40B4-BE49-F238E27FC236}">
                  <a16:creationId xmlns:a16="http://schemas.microsoft.com/office/drawing/2014/main" id="{349A3989-1096-4874-909F-E51300A4029D}"/>
                </a:ext>
              </a:extLst>
            </p:cNvPr>
            <p:cNvSpPr/>
            <p:nvPr/>
          </p:nvSpPr>
          <p:spPr>
            <a:xfrm>
              <a:off x="860112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Preferred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Location</a:t>
              </a:r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DC46F9CA-3FF3-43AB-9B01-10531E2D0327}"/>
              </a:ext>
            </a:extLst>
          </p:cNvPr>
          <p:cNvSpPr/>
          <p:nvPr/>
        </p:nvSpPr>
        <p:spPr>
          <a:xfrm>
            <a:off x="5066929" y="6422424"/>
            <a:ext cx="1323464" cy="3684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Submit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12C75C9-1FD1-4ACD-B17B-8F87588785C9}"/>
              </a:ext>
            </a:extLst>
          </p:cNvPr>
          <p:cNvSpPr/>
          <p:nvPr/>
        </p:nvSpPr>
        <p:spPr>
          <a:xfrm>
            <a:off x="4264088" y="4348044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C94545-B698-4A15-88B8-C563CC6247ED}"/>
              </a:ext>
            </a:extLst>
          </p:cNvPr>
          <p:cNvSpPr txBox="1"/>
          <p:nvPr/>
        </p:nvSpPr>
        <p:spPr>
          <a:xfrm>
            <a:off x="4167172" y="4096009"/>
            <a:ext cx="1638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Work Phone Extension:</a:t>
            </a:r>
            <a:endParaRPr lang="en-IN" sz="12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39248A0-EF0A-4D0A-BDC8-DEB90B6CC848}"/>
              </a:ext>
            </a:extLst>
          </p:cNvPr>
          <p:cNvSpPr/>
          <p:nvPr/>
        </p:nvSpPr>
        <p:spPr>
          <a:xfrm>
            <a:off x="749468" y="6419929"/>
            <a:ext cx="37056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i="1" dirty="0">
                <a:solidFill>
                  <a:srgbClr val="333333"/>
                </a:solidFill>
                <a:latin typeface="Segoe UI" panose="020B0502040204020203" pitchFamily="34" charset="0"/>
              </a:rPr>
              <a:t>Note: all </a:t>
            </a:r>
            <a:r>
              <a:rPr lang="en-IN" sz="1400" i="1" dirty="0">
                <a:solidFill>
                  <a:srgbClr val="FF0000"/>
                </a:solidFill>
                <a:latin typeface="Segoe UI" panose="020B0502040204020203" pitchFamily="34" charset="0"/>
              </a:rPr>
              <a:t>*</a:t>
            </a:r>
            <a:r>
              <a:rPr lang="en-IN" sz="1400" i="1" dirty="0">
                <a:solidFill>
                  <a:srgbClr val="333333"/>
                </a:solidFill>
                <a:latin typeface="Segoe UI" panose="020B0502040204020203" pitchFamily="34" charset="0"/>
              </a:rPr>
              <a:t> marked fields are mandatory to fill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1322941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538C5B1E-3F2B-4B54-A3AF-A328761E7EA4}"/>
              </a:ext>
            </a:extLst>
          </p:cNvPr>
          <p:cNvGrpSpPr/>
          <p:nvPr/>
        </p:nvGrpSpPr>
        <p:grpSpPr>
          <a:xfrm>
            <a:off x="161365" y="84475"/>
            <a:ext cx="11788228" cy="446281"/>
            <a:chOff x="443314" y="4235140"/>
            <a:chExt cx="10439219" cy="446281"/>
          </a:xfrm>
        </p:grpSpPr>
        <p:sp>
          <p:nvSpPr>
            <p:cNvPr id="61" name="Rectangle: Top Corners One Rounded and One Snipped 60">
              <a:extLst>
                <a:ext uri="{FF2B5EF4-FFF2-40B4-BE49-F238E27FC236}">
                  <a16:creationId xmlns:a16="http://schemas.microsoft.com/office/drawing/2014/main" id="{DBE9475F-6B15-43F3-BABF-9FA7C9290A98}"/>
                </a:ext>
              </a:extLst>
            </p:cNvPr>
            <p:cNvSpPr/>
            <p:nvPr/>
          </p:nvSpPr>
          <p:spPr>
            <a:xfrm>
              <a:off x="44331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Contact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62" name="Rectangle: Top Corners One Rounded and One Snipped 61">
              <a:extLst>
                <a:ext uri="{FF2B5EF4-FFF2-40B4-BE49-F238E27FC236}">
                  <a16:creationId xmlns:a16="http://schemas.microsoft.com/office/drawing/2014/main" id="{85A40F89-798B-453F-BEF4-E9FDEAB02BCB}"/>
                </a:ext>
              </a:extLst>
            </p:cNvPr>
            <p:cNvSpPr/>
            <p:nvPr/>
          </p:nvSpPr>
          <p:spPr>
            <a:xfrm>
              <a:off x="3939520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Co-Applicants</a:t>
              </a:r>
            </a:p>
          </p:txBody>
        </p:sp>
        <p:sp>
          <p:nvSpPr>
            <p:cNvPr id="63" name="Rectangle: Top Corners One Rounded and One Snipped 62">
              <a:extLst>
                <a:ext uri="{FF2B5EF4-FFF2-40B4-BE49-F238E27FC236}">
                  <a16:creationId xmlns:a16="http://schemas.microsoft.com/office/drawing/2014/main" id="{239862E9-4C65-48EC-9D59-34E7EC6BC046}"/>
                </a:ext>
              </a:extLst>
            </p:cNvPr>
            <p:cNvSpPr/>
            <p:nvPr/>
          </p:nvSpPr>
          <p:spPr>
            <a:xfrm>
              <a:off x="9766533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Real Estate</a:t>
              </a:r>
            </a:p>
          </p:txBody>
        </p:sp>
        <p:sp>
          <p:nvSpPr>
            <p:cNvPr id="64" name="Rectangle: Top Corners One Rounded and One Snipped 63">
              <a:extLst>
                <a:ext uri="{FF2B5EF4-FFF2-40B4-BE49-F238E27FC236}">
                  <a16:creationId xmlns:a16="http://schemas.microsoft.com/office/drawing/2014/main" id="{2AC90CF8-8600-435D-9077-ED9AF2E74F42}"/>
                </a:ext>
              </a:extLst>
            </p:cNvPr>
            <p:cNvSpPr/>
            <p:nvPr/>
          </p:nvSpPr>
          <p:spPr>
            <a:xfrm>
              <a:off x="160871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Personal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65" name="Rectangle: Top Corners One Rounded and One Snipped 64">
              <a:extLst>
                <a:ext uri="{FF2B5EF4-FFF2-40B4-BE49-F238E27FC236}">
                  <a16:creationId xmlns:a16="http://schemas.microsoft.com/office/drawing/2014/main" id="{2AC20FEC-39E1-4847-92A5-07462D774B37}"/>
                </a:ext>
              </a:extLst>
            </p:cNvPr>
            <p:cNvSpPr/>
            <p:nvPr/>
          </p:nvSpPr>
          <p:spPr>
            <a:xfrm>
              <a:off x="277411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Employment</a:t>
              </a:r>
            </a:p>
          </p:txBody>
        </p:sp>
        <p:sp>
          <p:nvSpPr>
            <p:cNvPr id="66" name="Rectangle: Top Corners One Rounded and One Snipped 65">
              <a:extLst>
                <a:ext uri="{FF2B5EF4-FFF2-40B4-BE49-F238E27FC236}">
                  <a16:creationId xmlns:a16="http://schemas.microsoft.com/office/drawing/2014/main" id="{465D8854-FEB8-440C-A0D1-89C43E0AB885}"/>
                </a:ext>
              </a:extLst>
            </p:cNvPr>
            <p:cNvSpPr/>
            <p:nvPr/>
          </p:nvSpPr>
          <p:spPr>
            <a:xfrm>
              <a:off x="5104922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Financial</a:t>
              </a:r>
            </a:p>
          </p:txBody>
        </p:sp>
        <p:sp>
          <p:nvSpPr>
            <p:cNvPr id="67" name="Rectangle: Top Corners One Rounded and One Snipped 66">
              <a:extLst>
                <a:ext uri="{FF2B5EF4-FFF2-40B4-BE49-F238E27FC236}">
                  <a16:creationId xmlns:a16="http://schemas.microsoft.com/office/drawing/2014/main" id="{A815DD9E-EBE8-4ABE-AEF4-05AD8A5B6D88}"/>
                </a:ext>
              </a:extLst>
            </p:cNvPr>
            <p:cNvSpPr/>
            <p:nvPr/>
          </p:nvSpPr>
          <p:spPr>
            <a:xfrm>
              <a:off x="627032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Related Questions</a:t>
              </a:r>
            </a:p>
          </p:txBody>
        </p:sp>
        <p:sp>
          <p:nvSpPr>
            <p:cNvPr id="68" name="Rectangle: Top Corners One Rounded and One Snipped 67">
              <a:extLst>
                <a:ext uri="{FF2B5EF4-FFF2-40B4-BE49-F238E27FC236}">
                  <a16:creationId xmlns:a16="http://schemas.microsoft.com/office/drawing/2014/main" id="{F619F4E0-A682-42CC-BFD4-B89E2608C2F2}"/>
                </a:ext>
              </a:extLst>
            </p:cNvPr>
            <p:cNvSpPr/>
            <p:nvPr/>
          </p:nvSpPr>
          <p:spPr>
            <a:xfrm>
              <a:off x="743572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Other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Questions</a:t>
              </a:r>
            </a:p>
          </p:txBody>
        </p:sp>
        <p:sp>
          <p:nvSpPr>
            <p:cNvPr id="69" name="Rectangle: Top Corners One Rounded and One Snipped 68">
              <a:extLst>
                <a:ext uri="{FF2B5EF4-FFF2-40B4-BE49-F238E27FC236}">
                  <a16:creationId xmlns:a16="http://schemas.microsoft.com/office/drawing/2014/main" id="{95F36FF5-95ED-4B44-982E-3613C1474297}"/>
                </a:ext>
              </a:extLst>
            </p:cNvPr>
            <p:cNvSpPr/>
            <p:nvPr/>
          </p:nvSpPr>
          <p:spPr>
            <a:xfrm>
              <a:off x="860112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Preferred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Location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B6BF7D-86AF-4182-A412-E16A46FE75CF}"/>
              </a:ext>
            </a:extLst>
          </p:cNvPr>
          <p:cNvGrpSpPr/>
          <p:nvPr/>
        </p:nvGrpSpPr>
        <p:grpSpPr>
          <a:xfrm>
            <a:off x="711315" y="4831195"/>
            <a:ext cx="10933836" cy="2123265"/>
            <a:chOff x="558915" y="603409"/>
            <a:chExt cx="10933836" cy="212326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1E4BBCE-21E9-4B76-A6AC-E809803D6901}"/>
                </a:ext>
              </a:extLst>
            </p:cNvPr>
            <p:cNvSpPr txBox="1"/>
            <p:nvPr/>
          </p:nvSpPr>
          <p:spPr>
            <a:xfrm>
              <a:off x="4627810" y="831469"/>
              <a:ext cx="1074333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Middle Name</a:t>
              </a:r>
              <a:r>
                <a:rPr lang="en-US" sz="1200" dirty="0"/>
                <a:t>:</a:t>
              </a:r>
              <a:endParaRPr lang="en-IN" sz="12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EA5112E-72B7-4A9E-8793-F4566FC612E9}"/>
                </a:ext>
              </a:extLst>
            </p:cNvPr>
            <p:cNvSpPr txBox="1"/>
            <p:nvPr/>
          </p:nvSpPr>
          <p:spPr>
            <a:xfrm>
              <a:off x="1066798" y="1292140"/>
              <a:ext cx="500522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Role: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382AAC-5CE7-4CAE-B4F3-7F6D010A9866}"/>
                </a:ext>
              </a:extLst>
            </p:cNvPr>
            <p:cNvSpPr txBox="1"/>
            <p:nvPr/>
          </p:nvSpPr>
          <p:spPr>
            <a:xfrm>
              <a:off x="4627810" y="2123344"/>
              <a:ext cx="625492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Phone: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8622360-3E0A-4358-8F14-3D77EF7F9586}"/>
                </a:ext>
              </a:extLst>
            </p:cNvPr>
            <p:cNvSpPr txBox="1"/>
            <p:nvPr/>
          </p:nvSpPr>
          <p:spPr>
            <a:xfrm>
              <a:off x="8569543" y="2123344"/>
              <a:ext cx="569387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Email</a:t>
              </a:r>
              <a:r>
                <a:rPr lang="en-US" sz="1200" dirty="0"/>
                <a:t>:</a:t>
              </a:r>
              <a:endParaRPr lang="en-IN" sz="12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85683D5-3E31-433B-9D16-05E3D572BFBB}"/>
                </a:ext>
              </a:extLst>
            </p:cNvPr>
            <p:cNvSpPr txBox="1"/>
            <p:nvPr/>
          </p:nvSpPr>
          <p:spPr>
            <a:xfrm>
              <a:off x="4627810" y="1292140"/>
              <a:ext cx="726033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Address: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A15785A-3E3F-4A79-9766-2F6CC6CA338F}"/>
                </a:ext>
              </a:extLst>
            </p:cNvPr>
            <p:cNvSpPr txBox="1"/>
            <p:nvPr/>
          </p:nvSpPr>
          <p:spPr>
            <a:xfrm>
              <a:off x="4627810" y="1711748"/>
              <a:ext cx="545214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State: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A28D4C8-27DF-43C0-BFCF-6243F3EDB7D8}"/>
                </a:ext>
              </a:extLst>
            </p:cNvPr>
            <p:cNvSpPr txBox="1"/>
            <p:nvPr/>
          </p:nvSpPr>
          <p:spPr>
            <a:xfrm>
              <a:off x="8569543" y="1711748"/>
              <a:ext cx="413896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Zip: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3354A5B-0357-40CB-8597-8E188ABE94D2}"/>
                </a:ext>
              </a:extLst>
            </p:cNvPr>
            <p:cNvSpPr txBox="1"/>
            <p:nvPr/>
          </p:nvSpPr>
          <p:spPr>
            <a:xfrm>
              <a:off x="1066798" y="2123344"/>
              <a:ext cx="887620" cy="251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Country: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82DBA5D-A345-4134-A067-7BFEE02ED7CA}"/>
                </a:ext>
              </a:extLst>
            </p:cNvPr>
            <p:cNvSpPr txBox="1"/>
            <p:nvPr/>
          </p:nvSpPr>
          <p:spPr>
            <a:xfrm>
              <a:off x="558915" y="611389"/>
              <a:ext cx="10933836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Co-Applicant 3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FC6D742-9479-4743-A31F-BC91087623C4}"/>
                </a:ext>
              </a:extLst>
            </p:cNvPr>
            <p:cNvSpPr txBox="1"/>
            <p:nvPr/>
          </p:nvSpPr>
          <p:spPr>
            <a:xfrm>
              <a:off x="8569543" y="831469"/>
              <a:ext cx="883447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Last Name</a:t>
              </a:r>
              <a:r>
                <a:rPr lang="en-US" sz="1200" dirty="0"/>
                <a:t>:</a:t>
              </a:r>
              <a:endParaRPr lang="en-IN" sz="1200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97C4605-679D-46D0-8DA8-5AAD78822472}"/>
                </a:ext>
              </a:extLst>
            </p:cNvPr>
            <p:cNvSpPr/>
            <p:nvPr/>
          </p:nvSpPr>
          <p:spPr>
            <a:xfrm>
              <a:off x="1066798" y="1498114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20CA87C-D6DD-48C8-839E-26568DF64DB0}"/>
                </a:ext>
              </a:extLst>
            </p:cNvPr>
            <p:cNvSpPr/>
            <p:nvPr/>
          </p:nvSpPr>
          <p:spPr>
            <a:xfrm>
              <a:off x="1066798" y="1017585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03B2C39-3566-4DC9-9FC3-9EC47472832C}"/>
                </a:ext>
              </a:extLst>
            </p:cNvPr>
            <p:cNvSpPr/>
            <p:nvPr/>
          </p:nvSpPr>
          <p:spPr>
            <a:xfrm>
              <a:off x="4627810" y="1040047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836A154-8741-4BDE-AE6D-4CA13FF47187}"/>
                </a:ext>
              </a:extLst>
            </p:cNvPr>
            <p:cNvSpPr/>
            <p:nvPr/>
          </p:nvSpPr>
          <p:spPr>
            <a:xfrm>
              <a:off x="8569543" y="1052222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E361A40-0AD1-4370-B4E2-AF2885247E55}"/>
                </a:ext>
              </a:extLst>
            </p:cNvPr>
            <p:cNvSpPr/>
            <p:nvPr/>
          </p:nvSpPr>
          <p:spPr>
            <a:xfrm>
              <a:off x="4627810" y="1498114"/>
              <a:ext cx="6152724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F29D3CF-33A0-4776-8666-1A1C810B220D}"/>
                </a:ext>
              </a:extLst>
            </p:cNvPr>
            <p:cNvSpPr/>
            <p:nvPr/>
          </p:nvSpPr>
          <p:spPr>
            <a:xfrm>
              <a:off x="1066798" y="1917999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64ACC4C-27C6-4D8D-AE68-B6A9C3E5BDBB}"/>
                </a:ext>
              </a:extLst>
            </p:cNvPr>
            <p:cNvSpPr/>
            <p:nvPr/>
          </p:nvSpPr>
          <p:spPr>
            <a:xfrm>
              <a:off x="4627810" y="1917999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467E4B1-5E92-4A46-9E50-445E221E1FB0}"/>
                </a:ext>
              </a:extLst>
            </p:cNvPr>
            <p:cNvSpPr/>
            <p:nvPr/>
          </p:nvSpPr>
          <p:spPr>
            <a:xfrm>
              <a:off x="8569543" y="1917999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AEFD499-90AD-4028-8E23-E5EF14472976}"/>
                </a:ext>
              </a:extLst>
            </p:cNvPr>
            <p:cNvSpPr/>
            <p:nvPr/>
          </p:nvSpPr>
          <p:spPr>
            <a:xfrm>
              <a:off x="1066798" y="2339860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08DF65B-94DF-43CA-8F05-5A130BFA2C29}"/>
                </a:ext>
              </a:extLst>
            </p:cNvPr>
            <p:cNvSpPr/>
            <p:nvPr/>
          </p:nvSpPr>
          <p:spPr>
            <a:xfrm>
              <a:off x="4627810" y="2339860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3426011-F1B0-47C9-924D-1BA8E4B8B759}"/>
                </a:ext>
              </a:extLst>
            </p:cNvPr>
            <p:cNvSpPr/>
            <p:nvPr/>
          </p:nvSpPr>
          <p:spPr>
            <a:xfrm>
              <a:off x="8569543" y="2339860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D01618C-89F3-4CC0-8B08-48E9D9CBDF02}"/>
                </a:ext>
              </a:extLst>
            </p:cNvPr>
            <p:cNvSpPr/>
            <p:nvPr/>
          </p:nvSpPr>
          <p:spPr>
            <a:xfrm>
              <a:off x="558915" y="603409"/>
              <a:ext cx="10933836" cy="212326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7A15E75-946E-4DCF-92C1-8AEDC9239E83}"/>
                </a:ext>
              </a:extLst>
            </p:cNvPr>
            <p:cNvSpPr txBox="1"/>
            <p:nvPr/>
          </p:nvSpPr>
          <p:spPr>
            <a:xfrm>
              <a:off x="1066798" y="1711748"/>
              <a:ext cx="463588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City: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C5BD5E0-7C2D-4F28-9B44-EC7674B5943B}"/>
                </a:ext>
              </a:extLst>
            </p:cNvPr>
            <p:cNvSpPr txBox="1"/>
            <p:nvPr/>
          </p:nvSpPr>
          <p:spPr>
            <a:xfrm>
              <a:off x="1066798" y="822504"/>
              <a:ext cx="901657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First Name: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65B9D89-382A-4BCF-8BB8-34F3A3E4765D}"/>
              </a:ext>
            </a:extLst>
          </p:cNvPr>
          <p:cNvGrpSpPr/>
          <p:nvPr/>
        </p:nvGrpSpPr>
        <p:grpSpPr>
          <a:xfrm>
            <a:off x="711314" y="2708744"/>
            <a:ext cx="10933836" cy="2123265"/>
            <a:chOff x="558915" y="603409"/>
            <a:chExt cx="10933836" cy="2123265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51F426C-0743-4A80-9698-AC3EC8DEC7BC}"/>
                </a:ext>
              </a:extLst>
            </p:cNvPr>
            <p:cNvSpPr txBox="1"/>
            <p:nvPr/>
          </p:nvSpPr>
          <p:spPr>
            <a:xfrm>
              <a:off x="4627810" y="831469"/>
              <a:ext cx="1074333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Middle Name</a:t>
              </a:r>
              <a:r>
                <a:rPr lang="en-US" sz="1200" dirty="0"/>
                <a:t>:</a:t>
              </a:r>
              <a:endParaRPr lang="en-IN" sz="12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4DAFB3F-B423-4AF0-87CF-552AD66F7515}"/>
                </a:ext>
              </a:extLst>
            </p:cNvPr>
            <p:cNvSpPr txBox="1"/>
            <p:nvPr/>
          </p:nvSpPr>
          <p:spPr>
            <a:xfrm>
              <a:off x="1066798" y="1292140"/>
              <a:ext cx="500522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Role: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4E99AD1-BF08-458A-8B1B-01B8DCDE999F}"/>
                </a:ext>
              </a:extLst>
            </p:cNvPr>
            <p:cNvSpPr txBox="1"/>
            <p:nvPr/>
          </p:nvSpPr>
          <p:spPr>
            <a:xfrm>
              <a:off x="4627810" y="2123344"/>
              <a:ext cx="625492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Phone: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F4F4E7C-40AE-493E-9BD8-765FC0B5D4E4}"/>
                </a:ext>
              </a:extLst>
            </p:cNvPr>
            <p:cNvSpPr txBox="1"/>
            <p:nvPr/>
          </p:nvSpPr>
          <p:spPr>
            <a:xfrm>
              <a:off x="8569543" y="2123344"/>
              <a:ext cx="569387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Email</a:t>
              </a:r>
              <a:r>
                <a:rPr lang="en-US" sz="1200" dirty="0"/>
                <a:t>:</a:t>
              </a:r>
              <a:endParaRPr lang="en-IN" sz="12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3DE8960-4EB8-479A-AD30-A26CE54FA193}"/>
                </a:ext>
              </a:extLst>
            </p:cNvPr>
            <p:cNvSpPr txBox="1"/>
            <p:nvPr/>
          </p:nvSpPr>
          <p:spPr>
            <a:xfrm>
              <a:off x="4627810" y="1292140"/>
              <a:ext cx="726033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Address: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A2906C2F-9B6F-4854-A1D3-3C70533DFD8B}"/>
                </a:ext>
              </a:extLst>
            </p:cNvPr>
            <p:cNvSpPr txBox="1"/>
            <p:nvPr/>
          </p:nvSpPr>
          <p:spPr>
            <a:xfrm>
              <a:off x="4627810" y="1711748"/>
              <a:ext cx="545214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State: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3B635D0-F80D-41C9-A17C-2D274B7C2325}"/>
                </a:ext>
              </a:extLst>
            </p:cNvPr>
            <p:cNvSpPr txBox="1"/>
            <p:nvPr/>
          </p:nvSpPr>
          <p:spPr>
            <a:xfrm>
              <a:off x="8569543" y="1711748"/>
              <a:ext cx="413896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Zip: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ED3162C-5384-4628-9D00-CA38FFDC1268}"/>
                </a:ext>
              </a:extLst>
            </p:cNvPr>
            <p:cNvSpPr txBox="1"/>
            <p:nvPr/>
          </p:nvSpPr>
          <p:spPr>
            <a:xfrm>
              <a:off x="1066798" y="2123344"/>
              <a:ext cx="887620" cy="251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Country: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04BBD18-6A59-4C60-8A40-7C982316EF47}"/>
                </a:ext>
              </a:extLst>
            </p:cNvPr>
            <p:cNvSpPr txBox="1"/>
            <p:nvPr/>
          </p:nvSpPr>
          <p:spPr>
            <a:xfrm>
              <a:off x="558915" y="611389"/>
              <a:ext cx="10933836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Co-Applicant 2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1E126F9F-17BC-4403-ACF4-B0A4DF6988CA}"/>
                </a:ext>
              </a:extLst>
            </p:cNvPr>
            <p:cNvSpPr txBox="1"/>
            <p:nvPr/>
          </p:nvSpPr>
          <p:spPr>
            <a:xfrm>
              <a:off x="8569543" y="831469"/>
              <a:ext cx="883447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Last Name</a:t>
              </a:r>
              <a:r>
                <a:rPr lang="en-US" sz="1200" dirty="0"/>
                <a:t>:</a:t>
              </a:r>
              <a:endParaRPr lang="en-IN" sz="1200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1BA0BEC1-3F4C-4374-9727-B85365068C82}"/>
                </a:ext>
              </a:extLst>
            </p:cNvPr>
            <p:cNvSpPr/>
            <p:nvPr/>
          </p:nvSpPr>
          <p:spPr>
            <a:xfrm>
              <a:off x="1066798" y="1498114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75FB5E7-A387-4C7F-AEA6-0DD35E6BC6C8}"/>
                </a:ext>
              </a:extLst>
            </p:cNvPr>
            <p:cNvSpPr/>
            <p:nvPr/>
          </p:nvSpPr>
          <p:spPr>
            <a:xfrm>
              <a:off x="1066798" y="1017585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9ADCDB34-946F-4A1E-A4AB-A8695257F8FC}"/>
                </a:ext>
              </a:extLst>
            </p:cNvPr>
            <p:cNvSpPr/>
            <p:nvPr/>
          </p:nvSpPr>
          <p:spPr>
            <a:xfrm>
              <a:off x="4627810" y="1040047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920A2C25-1990-4BDA-903C-15CD80B9A029}"/>
                </a:ext>
              </a:extLst>
            </p:cNvPr>
            <p:cNvSpPr/>
            <p:nvPr/>
          </p:nvSpPr>
          <p:spPr>
            <a:xfrm>
              <a:off x="8569543" y="1052222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126B5F2C-DBE3-4D1B-B03B-383DBD9F7A81}"/>
                </a:ext>
              </a:extLst>
            </p:cNvPr>
            <p:cNvSpPr/>
            <p:nvPr/>
          </p:nvSpPr>
          <p:spPr>
            <a:xfrm>
              <a:off x="4627810" y="1498114"/>
              <a:ext cx="6152724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6C99E6D3-AE9B-4D43-A1DA-321622E776A4}"/>
                </a:ext>
              </a:extLst>
            </p:cNvPr>
            <p:cNvSpPr/>
            <p:nvPr/>
          </p:nvSpPr>
          <p:spPr>
            <a:xfrm>
              <a:off x="1066798" y="1917999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8BF59ECE-3E05-45FE-A4D5-B23DCCBC49DB}"/>
                </a:ext>
              </a:extLst>
            </p:cNvPr>
            <p:cNvSpPr/>
            <p:nvPr/>
          </p:nvSpPr>
          <p:spPr>
            <a:xfrm>
              <a:off x="4627810" y="1917999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7E323008-7877-4E62-98EC-F871D978A525}"/>
                </a:ext>
              </a:extLst>
            </p:cNvPr>
            <p:cNvSpPr/>
            <p:nvPr/>
          </p:nvSpPr>
          <p:spPr>
            <a:xfrm>
              <a:off x="8569543" y="1917999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25792C2-7154-4164-B0A1-D8E1DEFF1543}"/>
                </a:ext>
              </a:extLst>
            </p:cNvPr>
            <p:cNvSpPr/>
            <p:nvPr/>
          </p:nvSpPr>
          <p:spPr>
            <a:xfrm>
              <a:off x="1066798" y="2339860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FC486ABC-4CF8-43A8-916B-E0A2833F3A97}"/>
                </a:ext>
              </a:extLst>
            </p:cNvPr>
            <p:cNvSpPr/>
            <p:nvPr/>
          </p:nvSpPr>
          <p:spPr>
            <a:xfrm>
              <a:off x="4627810" y="2339860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5424F217-DB27-4FE3-B432-6F94C3A1E347}"/>
                </a:ext>
              </a:extLst>
            </p:cNvPr>
            <p:cNvSpPr/>
            <p:nvPr/>
          </p:nvSpPr>
          <p:spPr>
            <a:xfrm>
              <a:off x="8569543" y="2339860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8FBB4977-4B33-47BC-A763-BF6F9F08DB8A}"/>
                </a:ext>
              </a:extLst>
            </p:cNvPr>
            <p:cNvSpPr/>
            <p:nvPr/>
          </p:nvSpPr>
          <p:spPr>
            <a:xfrm>
              <a:off x="558915" y="603409"/>
              <a:ext cx="10933836" cy="212326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1685A808-56DC-4419-A8D3-41223917217C}"/>
                </a:ext>
              </a:extLst>
            </p:cNvPr>
            <p:cNvSpPr txBox="1"/>
            <p:nvPr/>
          </p:nvSpPr>
          <p:spPr>
            <a:xfrm>
              <a:off x="1066798" y="1711748"/>
              <a:ext cx="463588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City: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F15E80F-743A-4C7F-822C-6910A77E25E1}"/>
                </a:ext>
              </a:extLst>
            </p:cNvPr>
            <p:cNvSpPr txBox="1"/>
            <p:nvPr/>
          </p:nvSpPr>
          <p:spPr>
            <a:xfrm>
              <a:off x="1066798" y="822504"/>
              <a:ext cx="901657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First Name:</a:t>
              </a: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B35CFFCA-FFDB-4BBE-BA53-D002182C6AA4}"/>
              </a:ext>
            </a:extLst>
          </p:cNvPr>
          <p:cNvGrpSpPr/>
          <p:nvPr/>
        </p:nvGrpSpPr>
        <p:grpSpPr>
          <a:xfrm>
            <a:off x="711315" y="585474"/>
            <a:ext cx="10933836" cy="2123265"/>
            <a:chOff x="558915" y="603409"/>
            <a:chExt cx="10933836" cy="2123265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48698A4E-FB07-4D6A-9BD8-4225E2002B7E}"/>
                </a:ext>
              </a:extLst>
            </p:cNvPr>
            <p:cNvSpPr txBox="1"/>
            <p:nvPr/>
          </p:nvSpPr>
          <p:spPr>
            <a:xfrm>
              <a:off x="4627810" y="831469"/>
              <a:ext cx="1074333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Middle Name</a:t>
              </a:r>
              <a:r>
                <a:rPr lang="en-US" sz="1200" dirty="0"/>
                <a:t>:</a:t>
              </a:r>
              <a:endParaRPr lang="en-IN" sz="1200" dirty="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2593440E-5BB8-4D7B-B8DF-41CD4B7C3D25}"/>
                </a:ext>
              </a:extLst>
            </p:cNvPr>
            <p:cNvSpPr txBox="1"/>
            <p:nvPr/>
          </p:nvSpPr>
          <p:spPr>
            <a:xfrm>
              <a:off x="1066798" y="1292140"/>
              <a:ext cx="500522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Role: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4863D1D-6B07-490D-AB56-71D0BEB0FD1D}"/>
                </a:ext>
              </a:extLst>
            </p:cNvPr>
            <p:cNvSpPr txBox="1"/>
            <p:nvPr/>
          </p:nvSpPr>
          <p:spPr>
            <a:xfrm>
              <a:off x="4627810" y="2123344"/>
              <a:ext cx="625492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Phone: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AE9C0FD0-2AAF-453E-BB66-95EBCE8827B7}"/>
                </a:ext>
              </a:extLst>
            </p:cNvPr>
            <p:cNvSpPr txBox="1"/>
            <p:nvPr/>
          </p:nvSpPr>
          <p:spPr>
            <a:xfrm>
              <a:off x="8569543" y="2123344"/>
              <a:ext cx="569387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Email</a:t>
              </a:r>
              <a:r>
                <a:rPr lang="en-US" sz="1200" dirty="0"/>
                <a:t>:</a:t>
              </a:r>
              <a:endParaRPr lang="en-IN" sz="1200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AD1ADD4-812D-4029-9FCE-E54D9BB227D0}"/>
                </a:ext>
              </a:extLst>
            </p:cNvPr>
            <p:cNvSpPr txBox="1"/>
            <p:nvPr/>
          </p:nvSpPr>
          <p:spPr>
            <a:xfrm>
              <a:off x="4627810" y="1292140"/>
              <a:ext cx="726033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Address: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9916F8E-6264-4099-A756-9B4A244355C9}"/>
                </a:ext>
              </a:extLst>
            </p:cNvPr>
            <p:cNvSpPr txBox="1"/>
            <p:nvPr/>
          </p:nvSpPr>
          <p:spPr>
            <a:xfrm>
              <a:off x="4627810" y="1711748"/>
              <a:ext cx="545214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State: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2E538492-9A5E-4542-ACF1-073512DEAA66}"/>
                </a:ext>
              </a:extLst>
            </p:cNvPr>
            <p:cNvSpPr txBox="1"/>
            <p:nvPr/>
          </p:nvSpPr>
          <p:spPr>
            <a:xfrm>
              <a:off x="8569543" y="1711748"/>
              <a:ext cx="413896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Zip: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6A9C1E1A-33A5-4B45-ACF2-C658D8CDC085}"/>
                </a:ext>
              </a:extLst>
            </p:cNvPr>
            <p:cNvSpPr txBox="1"/>
            <p:nvPr/>
          </p:nvSpPr>
          <p:spPr>
            <a:xfrm>
              <a:off x="1066798" y="2123344"/>
              <a:ext cx="887620" cy="251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Country: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3EC667C3-5C21-41DF-8F0B-66C97B851CF3}"/>
                </a:ext>
              </a:extLst>
            </p:cNvPr>
            <p:cNvSpPr txBox="1"/>
            <p:nvPr/>
          </p:nvSpPr>
          <p:spPr>
            <a:xfrm>
              <a:off x="558915" y="611389"/>
              <a:ext cx="10933836" cy="25181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Co-Applicant 1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EA9F7364-1A5F-4F03-95B2-858B73BEC4ED}"/>
                </a:ext>
              </a:extLst>
            </p:cNvPr>
            <p:cNvSpPr txBox="1"/>
            <p:nvPr/>
          </p:nvSpPr>
          <p:spPr>
            <a:xfrm>
              <a:off x="8569543" y="831469"/>
              <a:ext cx="883447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Last Name</a:t>
              </a:r>
              <a:r>
                <a:rPr lang="en-US" sz="1200" dirty="0"/>
                <a:t>:</a:t>
              </a:r>
              <a:endParaRPr lang="en-IN" sz="1200" dirty="0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ECC80B4-DDB7-4EF7-9AC2-01EED39ED664}"/>
                </a:ext>
              </a:extLst>
            </p:cNvPr>
            <p:cNvSpPr/>
            <p:nvPr/>
          </p:nvSpPr>
          <p:spPr>
            <a:xfrm>
              <a:off x="1066798" y="1498114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77D7543A-48E3-41E7-A27C-5614B8AD2F1D}"/>
                </a:ext>
              </a:extLst>
            </p:cNvPr>
            <p:cNvSpPr/>
            <p:nvPr/>
          </p:nvSpPr>
          <p:spPr>
            <a:xfrm>
              <a:off x="1066798" y="1017585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F200035B-E445-46B5-8A0F-E91949FF3FDC}"/>
                </a:ext>
              </a:extLst>
            </p:cNvPr>
            <p:cNvSpPr/>
            <p:nvPr/>
          </p:nvSpPr>
          <p:spPr>
            <a:xfrm>
              <a:off x="4627810" y="1040047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28085CC1-E72B-4A41-8F10-499DBE2EF2DD}"/>
                </a:ext>
              </a:extLst>
            </p:cNvPr>
            <p:cNvSpPr/>
            <p:nvPr/>
          </p:nvSpPr>
          <p:spPr>
            <a:xfrm>
              <a:off x="8569543" y="1052222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AC4F014-85F9-427D-9D0A-261CD8C963F5}"/>
                </a:ext>
              </a:extLst>
            </p:cNvPr>
            <p:cNvSpPr/>
            <p:nvPr/>
          </p:nvSpPr>
          <p:spPr>
            <a:xfrm>
              <a:off x="4627810" y="1498114"/>
              <a:ext cx="6152724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FB0B6AE5-D20F-4BE9-BB98-36E43839ED59}"/>
                </a:ext>
              </a:extLst>
            </p:cNvPr>
            <p:cNvSpPr/>
            <p:nvPr/>
          </p:nvSpPr>
          <p:spPr>
            <a:xfrm>
              <a:off x="1066798" y="1917999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F4C735A1-1B51-4399-B004-C9691B579131}"/>
                </a:ext>
              </a:extLst>
            </p:cNvPr>
            <p:cNvSpPr/>
            <p:nvPr/>
          </p:nvSpPr>
          <p:spPr>
            <a:xfrm>
              <a:off x="4627810" y="1917999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054996E1-B578-44F2-BD89-4054351EF7E8}"/>
                </a:ext>
              </a:extLst>
            </p:cNvPr>
            <p:cNvSpPr/>
            <p:nvPr/>
          </p:nvSpPr>
          <p:spPr>
            <a:xfrm>
              <a:off x="8569543" y="1917999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32DF9536-35CA-4EDB-B7C3-E4328ABE61A7}"/>
                </a:ext>
              </a:extLst>
            </p:cNvPr>
            <p:cNvSpPr/>
            <p:nvPr/>
          </p:nvSpPr>
          <p:spPr>
            <a:xfrm>
              <a:off x="1066798" y="2339860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5FC4447B-ED12-4A56-9D67-A0C91A9001AF}"/>
                </a:ext>
              </a:extLst>
            </p:cNvPr>
            <p:cNvSpPr/>
            <p:nvPr/>
          </p:nvSpPr>
          <p:spPr>
            <a:xfrm>
              <a:off x="4627810" y="2339860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398A1422-2350-4CD2-86F0-9427AC66F186}"/>
                </a:ext>
              </a:extLst>
            </p:cNvPr>
            <p:cNvSpPr/>
            <p:nvPr/>
          </p:nvSpPr>
          <p:spPr>
            <a:xfrm>
              <a:off x="8569543" y="2339860"/>
              <a:ext cx="2210991" cy="23525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solidFill>
                  <a:schemeClr val="tx1"/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D863A594-04E4-4AE0-A984-9D564CF6C22A}"/>
                </a:ext>
              </a:extLst>
            </p:cNvPr>
            <p:cNvSpPr/>
            <p:nvPr/>
          </p:nvSpPr>
          <p:spPr>
            <a:xfrm>
              <a:off x="558915" y="603409"/>
              <a:ext cx="10933836" cy="212326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B3E94F8C-B583-410C-B3F7-AC7B7E9D552D}"/>
                </a:ext>
              </a:extLst>
            </p:cNvPr>
            <p:cNvSpPr txBox="1"/>
            <p:nvPr/>
          </p:nvSpPr>
          <p:spPr>
            <a:xfrm>
              <a:off x="1066798" y="1711748"/>
              <a:ext cx="463588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City: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42747C9C-747A-4109-93CF-F10F48B53ABB}"/>
                </a:ext>
              </a:extLst>
            </p:cNvPr>
            <p:cNvSpPr txBox="1"/>
            <p:nvPr/>
          </p:nvSpPr>
          <p:spPr>
            <a:xfrm>
              <a:off x="1066798" y="822504"/>
              <a:ext cx="901657" cy="251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First Name: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8286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47BBCC2-11D5-4CFF-80A7-2F391657A46C}"/>
              </a:ext>
            </a:extLst>
          </p:cNvPr>
          <p:cNvGrpSpPr/>
          <p:nvPr/>
        </p:nvGrpSpPr>
        <p:grpSpPr>
          <a:xfrm>
            <a:off x="0" y="0"/>
            <a:ext cx="12192000" cy="1131013"/>
            <a:chOff x="611905" y="635026"/>
            <a:chExt cx="11266330" cy="9621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FE4783C-EB9C-4B75-82A0-8C8FBD6E0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905" y="635026"/>
              <a:ext cx="6182588" cy="96215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9C610A-A7CA-4B8B-A90E-19611F35F32E}"/>
                </a:ext>
              </a:extLst>
            </p:cNvPr>
            <p:cNvSpPr/>
            <p:nvPr/>
          </p:nvSpPr>
          <p:spPr>
            <a:xfrm>
              <a:off x="6777319" y="635026"/>
              <a:ext cx="5100916" cy="951727"/>
            </a:xfrm>
            <a:prstGeom prst="rect">
              <a:avLst/>
            </a:prstGeom>
            <a:solidFill>
              <a:srgbClr val="061B29"/>
            </a:solidFill>
            <a:ln>
              <a:solidFill>
                <a:srgbClr val="061B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4F724E6-1D5C-4990-8465-F0B1A1599C12}"/>
              </a:ext>
            </a:extLst>
          </p:cNvPr>
          <p:cNvSpPr/>
          <p:nvPr/>
        </p:nvSpPr>
        <p:spPr>
          <a:xfrm>
            <a:off x="9244010" y="144033"/>
            <a:ext cx="18556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bg1"/>
                </a:solidFill>
                <a:effectLst/>
                <a:latin typeface="system-ui"/>
              </a:rPr>
              <a:t>Welcome</a:t>
            </a:r>
            <a:endParaRPr lang="en-US" b="0" i="0" dirty="0">
              <a:solidFill>
                <a:schemeClr val="bg1"/>
              </a:solidFill>
              <a:effectLst/>
              <a:latin typeface="system-ui"/>
            </a:endParaRPr>
          </a:p>
          <a:p>
            <a:r>
              <a:rPr lang="en-US" sz="2000" dirty="0">
                <a:solidFill>
                  <a:schemeClr val="bg1"/>
                </a:solidFill>
                <a:latin typeface="system-ui"/>
              </a:rPr>
              <a:t>User Name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AB58B0-A36D-44C9-B2CC-9F758F1BF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2111" y="213659"/>
            <a:ext cx="607482" cy="6074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C0D74F-E5BB-4617-9EC3-E818AF146A9B}"/>
              </a:ext>
            </a:extLst>
          </p:cNvPr>
          <p:cNvSpPr txBox="1"/>
          <p:nvPr/>
        </p:nvSpPr>
        <p:spPr>
          <a:xfrm>
            <a:off x="9745912" y="1147743"/>
            <a:ext cx="11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My Profile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76C39C-4BF6-4DF0-8155-A202ECD52C87}"/>
              </a:ext>
            </a:extLst>
          </p:cNvPr>
          <p:cNvSpPr txBox="1"/>
          <p:nvPr/>
        </p:nvSpPr>
        <p:spPr>
          <a:xfrm>
            <a:off x="11063844" y="1147743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Sign out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A64D17-C4BF-40D4-9CF6-15833C4D2D4A}"/>
              </a:ext>
            </a:extLst>
          </p:cNvPr>
          <p:cNvSpPr txBox="1"/>
          <p:nvPr/>
        </p:nvSpPr>
        <p:spPr>
          <a:xfrm>
            <a:off x="7489773" y="1147743"/>
            <a:ext cx="2116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Prospect Application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92E5B8-9B52-4B3C-8E78-2A89C7CFB03E}"/>
              </a:ext>
            </a:extLst>
          </p:cNvPr>
          <p:cNvSpPr txBox="1"/>
          <p:nvPr/>
        </p:nvSpPr>
        <p:spPr>
          <a:xfrm>
            <a:off x="364569" y="1401179"/>
            <a:ext cx="221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Prospect Application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D8F9C4-5E77-4760-8D1B-C3479BE8463A}"/>
              </a:ext>
            </a:extLst>
          </p:cNvPr>
          <p:cNvSpPr txBox="1"/>
          <p:nvPr/>
        </p:nvSpPr>
        <p:spPr>
          <a:xfrm>
            <a:off x="8173917" y="2658504"/>
            <a:ext cx="2052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Bonuses and Commissions($)</a:t>
            </a:r>
            <a:r>
              <a:rPr lang="en-IN" sz="1200" dirty="0"/>
              <a:t>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2F24E9-146A-4DFE-87E9-CCFE255680DC}"/>
              </a:ext>
            </a:extLst>
          </p:cNvPr>
          <p:cNvSpPr txBox="1"/>
          <p:nvPr/>
        </p:nvSpPr>
        <p:spPr>
          <a:xfrm>
            <a:off x="8173917" y="3364664"/>
            <a:ext cx="1195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Investments ($):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5EC719-262E-44F0-B8B3-F01CA357C9F9}"/>
              </a:ext>
            </a:extLst>
          </p:cNvPr>
          <p:cNvSpPr txBox="1"/>
          <p:nvPr/>
        </p:nvSpPr>
        <p:spPr>
          <a:xfrm>
            <a:off x="4821531" y="2658504"/>
            <a:ext cx="13840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Spouse Income ($):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74BE8E-489B-4566-B39B-FF2FB78764C1}"/>
              </a:ext>
            </a:extLst>
          </p:cNvPr>
          <p:cNvSpPr txBox="1"/>
          <p:nvPr/>
        </p:nvSpPr>
        <p:spPr>
          <a:xfrm>
            <a:off x="1307598" y="3364664"/>
            <a:ext cx="17551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Interest and Dividends($)</a:t>
            </a:r>
            <a:endParaRPr lang="en-IN" sz="12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6BC4CE4-C881-4ED8-B75C-9F6AB238A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7598" y="2658504"/>
            <a:ext cx="105012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latin typeface="+mn-lt"/>
              </a:rPr>
              <a:t>Salary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($)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23130"/>
                </a:solidFill>
                <a:effectLst/>
                <a:latin typeface="+mn-lt"/>
                <a:cs typeface="Segoe UI" panose="020B0502040204020203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E82F87-7B30-4F01-B55B-4D6D6FA639B1}"/>
              </a:ext>
            </a:extLst>
          </p:cNvPr>
          <p:cNvSpPr txBox="1"/>
          <p:nvPr/>
        </p:nvSpPr>
        <p:spPr>
          <a:xfrm>
            <a:off x="8173917" y="3986584"/>
            <a:ext cx="2307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Total Income ($)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C99AA1D-E020-4576-905E-4081C60DDD08}"/>
              </a:ext>
            </a:extLst>
          </p:cNvPr>
          <p:cNvSpPr/>
          <p:nvPr/>
        </p:nvSpPr>
        <p:spPr>
          <a:xfrm>
            <a:off x="4821531" y="3364664"/>
            <a:ext cx="15413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Real Estate Income($)</a:t>
            </a:r>
            <a:endParaRPr lang="en-IN" sz="1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03A0A-C3CF-4536-9EEA-D92164699DAB}"/>
              </a:ext>
            </a:extLst>
          </p:cNvPr>
          <p:cNvSpPr/>
          <p:nvPr/>
        </p:nvSpPr>
        <p:spPr>
          <a:xfrm>
            <a:off x="4821531" y="2970990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+</a:t>
            </a:r>
            <a:r>
              <a:rPr lang="en-IN" sz="1200" i="1" dirty="0" err="1">
                <a:solidFill>
                  <a:schemeClr val="tx1"/>
                </a:solidFill>
              </a:rPr>
              <a:t>ve</a:t>
            </a:r>
            <a:r>
              <a:rPr lang="en-IN" sz="1200" i="1" dirty="0">
                <a:solidFill>
                  <a:schemeClr val="tx1"/>
                </a:solidFill>
              </a:rPr>
              <a:t> number (2 decimal)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C499E32-D526-41AF-8F4B-4CE8F5285DFA}"/>
              </a:ext>
            </a:extLst>
          </p:cNvPr>
          <p:cNvSpPr/>
          <p:nvPr/>
        </p:nvSpPr>
        <p:spPr>
          <a:xfrm>
            <a:off x="1307598" y="3630819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3F846C0-7449-4EC8-90D6-200CAAABB7D2}"/>
              </a:ext>
            </a:extLst>
          </p:cNvPr>
          <p:cNvSpPr/>
          <p:nvPr/>
        </p:nvSpPr>
        <p:spPr>
          <a:xfrm>
            <a:off x="4821531" y="3630819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BAC0B32-A6D5-42D7-A0C4-6435A764AB28}"/>
              </a:ext>
            </a:extLst>
          </p:cNvPr>
          <p:cNvSpPr/>
          <p:nvPr/>
        </p:nvSpPr>
        <p:spPr>
          <a:xfrm>
            <a:off x="8173917" y="4284815"/>
            <a:ext cx="2210991" cy="31312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Auto Sum of all above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5F829C5-776C-4D9C-A5E7-48FCD2E37720}"/>
              </a:ext>
            </a:extLst>
          </p:cNvPr>
          <p:cNvSpPr/>
          <p:nvPr/>
        </p:nvSpPr>
        <p:spPr>
          <a:xfrm>
            <a:off x="8173917" y="3630819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+</a:t>
            </a:r>
            <a:r>
              <a:rPr lang="en-IN" sz="1200" i="1" dirty="0" err="1">
                <a:solidFill>
                  <a:schemeClr val="tx1"/>
                </a:solidFill>
              </a:rPr>
              <a:t>ve</a:t>
            </a:r>
            <a:r>
              <a:rPr lang="en-IN" sz="1200" i="1" dirty="0">
                <a:solidFill>
                  <a:schemeClr val="tx1"/>
                </a:solidFill>
              </a:rPr>
              <a:t> number (2 decimal)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18B0B14-C61E-453E-A765-85A327F31EFE}"/>
              </a:ext>
            </a:extLst>
          </p:cNvPr>
          <p:cNvSpPr/>
          <p:nvPr/>
        </p:nvSpPr>
        <p:spPr>
          <a:xfrm>
            <a:off x="1307598" y="2970990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92028C9-FDF5-4388-977F-0822CDEE79EC}"/>
              </a:ext>
            </a:extLst>
          </p:cNvPr>
          <p:cNvSpPr/>
          <p:nvPr/>
        </p:nvSpPr>
        <p:spPr>
          <a:xfrm>
            <a:off x="94000" y="2287947"/>
            <a:ext cx="12003999" cy="44260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CFF2921-17EF-404D-A9BD-26E2270896F6}"/>
              </a:ext>
            </a:extLst>
          </p:cNvPr>
          <p:cNvGrpSpPr/>
          <p:nvPr/>
        </p:nvGrpSpPr>
        <p:grpSpPr>
          <a:xfrm>
            <a:off x="161365" y="1814669"/>
            <a:ext cx="11788228" cy="446281"/>
            <a:chOff x="443314" y="4235140"/>
            <a:chExt cx="10439219" cy="446281"/>
          </a:xfrm>
        </p:grpSpPr>
        <p:sp>
          <p:nvSpPr>
            <p:cNvPr id="49" name="Rectangle: Top Corners One Rounded and One Snipped 48">
              <a:extLst>
                <a:ext uri="{FF2B5EF4-FFF2-40B4-BE49-F238E27FC236}">
                  <a16:creationId xmlns:a16="http://schemas.microsoft.com/office/drawing/2014/main" id="{55087EC4-C27C-418F-AFAA-DD70203CE68D}"/>
                </a:ext>
              </a:extLst>
            </p:cNvPr>
            <p:cNvSpPr/>
            <p:nvPr/>
          </p:nvSpPr>
          <p:spPr>
            <a:xfrm>
              <a:off x="44331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Contact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50" name="Rectangle: Top Corners One Rounded and One Snipped 49">
              <a:extLst>
                <a:ext uri="{FF2B5EF4-FFF2-40B4-BE49-F238E27FC236}">
                  <a16:creationId xmlns:a16="http://schemas.microsoft.com/office/drawing/2014/main" id="{8EEB8177-2383-4FE3-B37A-8315D11D4DDA}"/>
                </a:ext>
              </a:extLst>
            </p:cNvPr>
            <p:cNvSpPr/>
            <p:nvPr/>
          </p:nvSpPr>
          <p:spPr>
            <a:xfrm>
              <a:off x="3939520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Co-Applicants</a:t>
              </a:r>
            </a:p>
          </p:txBody>
        </p:sp>
        <p:sp>
          <p:nvSpPr>
            <p:cNvPr id="51" name="Rectangle: Top Corners One Rounded and One Snipped 50">
              <a:extLst>
                <a:ext uri="{FF2B5EF4-FFF2-40B4-BE49-F238E27FC236}">
                  <a16:creationId xmlns:a16="http://schemas.microsoft.com/office/drawing/2014/main" id="{5C354101-8EEA-4C78-80F9-B09ECC78923C}"/>
                </a:ext>
              </a:extLst>
            </p:cNvPr>
            <p:cNvSpPr/>
            <p:nvPr/>
          </p:nvSpPr>
          <p:spPr>
            <a:xfrm>
              <a:off x="9766533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Real Estate</a:t>
              </a:r>
            </a:p>
          </p:txBody>
        </p:sp>
        <p:sp>
          <p:nvSpPr>
            <p:cNvPr id="52" name="Rectangle: Top Corners One Rounded and One Snipped 51">
              <a:extLst>
                <a:ext uri="{FF2B5EF4-FFF2-40B4-BE49-F238E27FC236}">
                  <a16:creationId xmlns:a16="http://schemas.microsoft.com/office/drawing/2014/main" id="{0C7C3577-AF97-4BCB-9814-BE4E726BCCA1}"/>
                </a:ext>
              </a:extLst>
            </p:cNvPr>
            <p:cNvSpPr/>
            <p:nvPr/>
          </p:nvSpPr>
          <p:spPr>
            <a:xfrm>
              <a:off x="160871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Personal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53" name="Rectangle: Top Corners One Rounded and One Snipped 52">
              <a:extLst>
                <a:ext uri="{FF2B5EF4-FFF2-40B4-BE49-F238E27FC236}">
                  <a16:creationId xmlns:a16="http://schemas.microsoft.com/office/drawing/2014/main" id="{FA572454-650F-48F0-8780-E8D79BD87ED5}"/>
                </a:ext>
              </a:extLst>
            </p:cNvPr>
            <p:cNvSpPr/>
            <p:nvPr/>
          </p:nvSpPr>
          <p:spPr>
            <a:xfrm>
              <a:off x="277411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Employment</a:t>
              </a:r>
            </a:p>
          </p:txBody>
        </p:sp>
        <p:sp>
          <p:nvSpPr>
            <p:cNvPr id="54" name="Rectangle: Top Corners One Rounded and One Snipped 53">
              <a:extLst>
                <a:ext uri="{FF2B5EF4-FFF2-40B4-BE49-F238E27FC236}">
                  <a16:creationId xmlns:a16="http://schemas.microsoft.com/office/drawing/2014/main" id="{FB2E1656-EA35-4B37-8B17-6293F2AE42D7}"/>
                </a:ext>
              </a:extLst>
            </p:cNvPr>
            <p:cNvSpPr/>
            <p:nvPr/>
          </p:nvSpPr>
          <p:spPr>
            <a:xfrm>
              <a:off x="5104922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Financial</a:t>
              </a:r>
            </a:p>
          </p:txBody>
        </p:sp>
        <p:sp>
          <p:nvSpPr>
            <p:cNvPr id="55" name="Rectangle: Top Corners One Rounded and One Snipped 54">
              <a:extLst>
                <a:ext uri="{FF2B5EF4-FFF2-40B4-BE49-F238E27FC236}">
                  <a16:creationId xmlns:a16="http://schemas.microsoft.com/office/drawing/2014/main" id="{134B73C4-71BF-4AD1-B16F-CE7DAB30E54E}"/>
                </a:ext>
              </a:extLst>
            </p:cNvPr>
            <p:cNvSpPr/>
            <p:nvPr/>
          </p:nvSpPr>
          <p:spPr>
            <a:xfrm>
              <a:off x="627032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Related Questions</a:t>
              </a:r>
            </a:p>
          </p:txBody>
        </p:sp>
        <p:sp>
          <p:nvSpPr>
            <p:cNvPr id="56" name="Rectangle: Top Corners One Rounded and One Snipped 55">
              <a:extLst>
                <a:ext uri="{FF2B5EF4-FFF2-40B4-BE49-F238E27FC236}">
                  <a16:creationId xmlns:a16="http://schemas.microsoft.com/office/drawing/2014/main" id="{29067853-B4F7-4D8A-B4FF-BDBB093C5BF8}"/>
                </a:ext>
              </a:extLst>
            </p:cNvPr>
            <p:cNvSpPr/>
            <p:nvPr/>
          </p:nvSpPr>
          <p:spPr>
            <a:xfrm>
              <a:off x="743572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Other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Questions</a:t>
              </a:r>
            </a:p>
          </p:txBody>
        </p:sp>
        <p:sp>
          <p:nvSpPr>
            <p:cNvPr id="57" name="Rectangle: Top Corners One Rounded and One Snipped 56">
              <a:extLst>
                <a:ext uri="{FF2B5EF4-FFF2-40B4-BE49-F238E27FC236}">
                  <a16:creationId xmlns:a16="http://schemas.microsoft.com/office/drawing/2014/main" id="{D58FC846-5EF0-4FED-BE37-DDC3DFE161E7}"/>
                </a:ext>
              </a:extLst>
            </p:cNvPr>
            <p:cNvSpPr/>
            <p:nvPr/>
          </p:nvSpPr>
          <p:spPr>
            <a:xfrm>
              <a:off x="860112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Preferred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Location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C2714A8C-8957-46F1-BC76-86AA831B14DD}"/>
              </a:ext>
            </a:extLst>
          </p:cNvPr>
          <p:cNvSpPr txBox="1"/>
          <p:nvPr/>
        </p:nvSpPr>
        <p:spPr>
          <a:xfrm>
            <a:off x="558915" y="2370879"/>
            <a:ext cx="10933836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Income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B5FC34A-97CE-4346-8525-AE6349696CC1}"/>
              </a:ext>
            </a:extLst>
          </p:cNvPr>
          <p:cNvSpPr/>
          <p:nvPr/>
        </p:nvSpPr>
        <p:spPr>
          <a:xfrm>
            <a:off x="558915" y="2370879"/>
            <a:ext cx="10933836" cy="24700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A360A56-67DA-4C23-8BB1-985E58B8874B}"/>
              </a:ext>
            </a:extLst>
          </p:cNvPr>
          <p:cNvGrpSpPr/>
          <p:nvPr/>
        </p:nvGrpSpPr>
        <p:grpSpPr>
          <a:xfrm>
            <a:off x="11413767" y="5903664"/>
            <a:ext cx="659155" cy="810303"/>
            <a:chOff x="11413767" y="5903664"/>
            <a:chExt cx="659155" cy="810303"/>
          </a:xfrm>
        </p:grpSpPr>
        <p:sp>
          <p:nvSpPr>
            <p:cNvPr id="63" name="Arrow: Down 62">
              <a:extLst>
                <a:ext uri="{FF2B5EF4-FFF2-40B4-BE49-F238E27FC236}">
                  <a16:creationId xmlns:a16="http://schemas.microsoft.com/office/drawing/2014/main" id="{8D3925EE-AEA1-4F2F-8996-680B58759B39}"/>
                </a:ext>
              </a:extLst>
            </p:cNvPr>
            <p:cNvSpPr/>
            <p:nvPr/>
          </p:nvSpPr>
          <p:spPr>
            <a:xfrm>
              <a:off x="11501718" y="6115398"/>
              <a:ext cx="447875" cy="598569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E7AE963-7D81-4B3F-BE50-C932526421F3}"/>
                </a:ext>
              </a:extLst>
            </p:cNvPr>
            <p:cNvSpPr txBox="1"/>
            <p:nvPr/>
          </p:nvSpPr>
          <p:spPr>
            <a:xfrm>
              <a:off x="11413767" y="5903664"/>
              <a:ext cx="65915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/>
                <a:t>Continue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36B7DAD9-A357-4F4C-B482-328FFBB211F6}"/>
              </a:ext>
            </a:extLst>
          </p:cNvPr>
          <p:cNvSpPr txBox="1"/>
          <p:nvPr/>
        </p:nvSpPr>
        <p:spPr>
          <a:xfrm>
            <a:off x="1307598" y="3986584"/>
            <a:ext cx="13952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Business Income($)</a:t>
            </a:r>
            <a:endParaRPr lang="en-IN" sz="12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DDACDFD-AA10-4EAE-B747-74212C72E49D}"/>
              </a:ext>
            </a:extLst>
          </p:cNvPr>
          <p:cNvSpPr/>
          <p:nvPr/>
        </p:nvSpPr>
        <p:spPr>
          <a:xfrm>
            <a:off x="4821531" y="3986584"/>
            <a:ext cx="12557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Other Income ($)</a:t>
            </a:r>
            <a:endParaRPr lang="en-IN" sz="12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9DB2F3F-7A11-4404-A50B-A4F4500B7262}"/>
              </a:ext>
            </a:extLst>
          </p:cNvPr>
          <p:cNvSpPr/>
          <p:nvPr/>
        </p:nvSpPr>
        <p:spPr>
          <a:xfrm>
            <a:off x="1307598" y="4284815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DBB20C5-6008-4AD7-A4A1-7A62AE9A1D95}"/>
              </a:ext>
            </a:extLst>
          </p:cNvPr>
          <p:cNvSpPr/>
          <p:nvPr/>
        </p:nvSpPr>
        <p:spPr>
          <a:xfrm>
            <a:off x="4821531" y="4284815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85C13CF-1F8B-434A-90E3-F87F23D08D6B}"/>
              </a:ext>
            </a:extLst>
          </p:cNvPr>
          <p:cNvSpPr/>
          <p:nvPr/>
        </p:nvSpPr>
        <p:spPr>
          <a:xfrm>
            <a:off x="8173917" y="2970990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+</a:t>
            </a:r>
            <a:r>
              <a:rPr lang="en-IN" sz="1200" i="1" dirty="0" err="1">
                <a:solidFill>
                  <a:schemeClr val="tx1"/>
                </a:solidFill>
              </a:rPr>
              <a:t>ve</a:t>
            </a:r>
            <a:r>
              <a:rPr lang="en-IN" sz="1200" i="1" dirty="0">
                <a:solidFill>
                  <a:schemeClr val="tx1"/>
                </a:solidFill>
              </a:rPr>
              <a:t> number (2 decimal)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448CDB9-5C32-4E33-A93A-D55B76ADA430}"/>
              </a:ext>
            </a:extLst>
          </p:cNvPr>
          <p:cNvSpPr/>
          <p:nvPr/>
        </p:nvSpPr>
        <p:spPr>
          <a:xfrm>
            <a:off x="4821531" y="5229896"/>
            <a:ext cx="152612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Loan Co-Signature ($)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4973139-A13D-4B8C-8529-37CDA3C2158F}"/>
              </a:ext>
            </a:extLst>
          </p:cNvPr>
          <p:cNvSpPr/>
          <p:nvPr/>
        </p:nvSpPr>
        <p:spPr>
          <a:xfrm>
            <a:off x="1307598" y="5911622"/>
            <a:ext cx="156575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Other Special Debt ($)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EF113FF-C800-429D-996A-3123403CD52F}"/>
              </a:ext>
            </a:extLst>
          </p:cNvPr>
          <p:cNvSpPr/>
          <p:nvPr/>
        </p:nvSpPr>
        <p:spPr>
          <a:xfrm>
            <a:off x="8173917" y="5882695"/>
            <a:ext cx="203414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Total Contingent Liabilities ($)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62A1E2D-4FC0-45F9-8488-5C9A0BCCFD11}"/>
              </a:ext>
            </a:extLst>
          </p:cNvPr>
          <p:cNvSpPr/>
          <p:nvPr/>
        </p:nvSpPr>
        <p:spPr>
          <a:xfrm>
            <a:off x="4821531" y="5910520"/>
            <a:ext cx="12286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Income Taxes ($)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824E345-6E00-493F-BE5B-70A8B77C96BD}"/>
              </a:ext>
            </a:extLst>
          </p:cNvPr>
          <p:cNvSpPr/>
          <p:nvPr/>
        </p:nvSpPr>
        <p:spPr>
          <a:xfrm>
            <a:off x="8173917" y="5229896"/>
            <a:ext cx="147239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Legal Judgement ($)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80A003E-597F-46C6-BE7E-6C09561193FD}"/>
              </a:ext>
            </a:extLst>
          </p:cNvPr>
          <p:cNvSpPr/>
          <p:nvPr/>
        </p:nvSpPr>
        <p:spPr>
          <a:xfrm>
            <a:off x="4821531" y="5535613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0F0536E-150E-4018-9D19-60652E61EDFC}"/>
              </a:ext>
            </a:extLst>
          </p:cNvPr>
          <p:cNvSpPr/>
          <p:nvPr/>
        </p:nvSpPr>
        <p:spPr>
          <a:xfrm>
            <a:off x="4821531" y="6158592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+</a:t>
            </a:r>
            <a:r>
              <a:rPr lang="en-IN" sz="1200" i="1" dirty="0" err="1">
                <a:solidFill>
                  <a:schemeClr val="tx1"/>
                </a:solidFill>
              </a:rPr>
              <a:t>ve</a:t>
            </a:r>
            <a:r>
              <a:rPr lang="en-IN" sz="1200" i="1" dirty="0">
                <a:solidFill>
                  <a:schemeClr val="tx1"/>
                </a:solidFill>
              </a:rPr>
              <a:t> number (2 decimal)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3DD616E-C298-4BFA-A412-7134B3217319}"/>
              </a:ext>
            </a:extLst>
          </p:cNvPr>
          <p:cNvSpPr/>
          <p:nvPr/>
        </p:nvSpPr>
        <p:spPr>
          <a:xfrm>
            <a:off x="8173917" y="5535613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410B916-EB42-4430-BB2D-4B0D29187C35}"/>
              </a:ext>
            </a:extLst>
          </p:cNvPr>
          <p:cNvSpPr/>
          <p:nvPr/>
        </p:nvSpPr>
        <p:spPr>
          <a:xfrm>
            <a:off x="1307598" y="6158592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8C3D59C-14A9-47F3-9FA2-C639EED4060B}"/>
              </a:ext>
            </a:extLst>
          </p:cNvPr>
          <p:cNvSpPr/>
          <p:nvPr/>
        </p:nvSpPr>
        <p:spPr>
          <a:xfrm>
            <a:off x="8173917" y="6158592"/>
            <a:ext cx="2210991" cy="31312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Auto Sum of all above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4BEFB8D-26C1-401D-8465-CF65B1E20489}"/>
              </a:ext>
            </a:extLst>
          </p:cNvPr>
          <p:cNvSpPr txBox="1"/>
          <p:nvPr/>
        </p:nvSpPr>
        <p:spPr>
          <a:xfrm>
            <a:off x="558915" y="4845141"/>
            <a:ext cx="10933836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Contingent Liabilities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41AAB0D-6E2E-4544-B492-DC94B86DA7CB}"/>
              </a:ext>
            </a:extLst>
          </p:cNvPr>
          <p:cNvSpPr/>
          <p:nvPr/>
        </p:nvSpPr>
        <p:spPr>
          <a:xfrm>
            <a:off x="558915" y="4845141"/>
            <a:ext cx="10933836" cy="1699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5B4A3B1-163E-4044-BEAA-B23A1082D423}"/>
              </a:ext>
            </a:extLst>
          </p:cNvPr>
          <p:cNvSpPr/>
          <p:nvPr/>
        </p:nvSpPr>
        <p:spPr>
          <a:xfrm>
            <a:off x="1205916" y="5229896"/>
            <a:ext cx="26496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Do you have any contingent liabilities?</a:t>
            </a:r>
            <a:endParaRPr lang="en-IN" sz="12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9EC91CA-9E85-45CC-B132-CED63208C855}"/>
              </a:ext>
            </a:extLst>
          </p:cNvPr>
          <p:cNvSpPr/>
          <p:nvPr/>
        </p:nvSpPr>
        <p:spPr>
          <a:xfrm>
            <a:off x="1307598" y="5535613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Yes / No</a:t>
            </a:r>
          </a:p>
        </p:txBody>
      </p:sp>
    </p:spTree>
    <p:extLst>
      <p:ext uri="{BB962C8B-B14F-4D97-AF65-F5344CB8AC3E}">
        <p14:creationId xmlns:p14="http://schemas.microsoft.com/office/powerpoint/2010/main" val="3371718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6BF0DE-C760-493B-8F23-9A888E8BB124}"/>
              </a:ext>
            </a:extLst>
          </p:cNvPr>
          <p:cNvSpPr/>
          <p:nvPr/>
        </p:nvSpPr>
        <p:spPr>
          <a:xfrm>
            <a:off x="1057465" y="851830"/>
            <a:ext cx="19707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Cash on hand &amp; in banks ($)</a:t>
            </a:r>
            <a:endParaRPr lang="en-IN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F5B12E-FE32-4B2D-BC5B-32271B3E66A6}"/>
              </a:ext>
            </a:extLst>
          </p:cNvPr>
          <p:cNvSpPr/>
          <p:nvPr/>
        </p:nvSpPr>
        <p:spPr>
          <a:xfrm>
            <a:off x="1004992" y="2213855"/>
            <a:ext cx="213449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Retirement Saving Accounts ($)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CAE5CE-4BB8-4043-98B1-BB0D4A6B42B6}"/>
              </a:ext>
            </a:extLst>
          </p:cNvPr>
          <p:cNvSpPr/>
          <p:nvPr/>
        </p:nvSpPr>
        <p:spPr>
          <a:xfrm>
            <a:off x="8430919" y="851829"/>
            <a:ext cx="10944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Real estate ($)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C29C4E-FAB4-4C14-8350-31AA52796FD2}"/>
              </a:ext>
            </a:extLst>
          </p:cNvPr>
          <p:cNvSpPr/>
          <p:nvPr/>
        </p:nvSpPr>
        <p:spPr>
          <a:xfrm>
            <a:off x="8430919" y="1535974"/>
            <a:ext cx="12734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Life insurance ($)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236995-21F5-4A9F-9217-1D498461FAE1}"/>
              </a:ext>
            </a:extLst>
          </p:cNvPr>
          <p:cNvSpPr/>
          <p:nvPr/>
        </p:nvSpPr>
        <p:spPr>
          <a:xfrm>
            <a:off x="8430919" y="2213855"/>
            <a:ext cx="118872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/>
              <a:t>Other assets ($)</a:t>
            </a:r>
            <a:endParaRPr lang="en-IN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230930-1194-41C3-8783-2530E2A10344}"/>
              </a:ext>
            </a:extLst>
          </p:cNvPr>
          <p:cNvSpPr/>
          <p:nvPr/>
        </p:nvSpPr>
        <p:spPr>
          <a:xfrm>
            <a:off x="4587158" y="851830"/>
            <a:ext cx="17729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323130"/>
                </a:solidFill>
              </a:rPr>
              <a:t>Marketable securities ($)</a:t>
            </a:r>
            <a:endParaRPr lang="en-IN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8349FF-CD3A-4516-BF71-700D710706EC}"/>
              </a:ext>
            </a:extLst>
          </p:cNvPr>
          <p:cNvSpPr/>
          <p:nvPr/>
        </p:nvSpPr>
        <p:spPr>
          <a:xfrm>
            <a:off x="1004992" y="1535974"/>
            <a:ext cx="214622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323130"/>
                </a:solidFill>
              </a:rPr>
              <a:t>Accounts / Note Receivable ($)</a:t>
            </a:r>
            <a:endParaRPr lang="en-IN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442FEB-ABCF-46CD-A354-F4D2C300730F}"/>
              </a:ext>
            </a:extLst>
          </p:cNvPr>
          <p:cNvSpPr/>
          <p:nvPr/>
        </p:nvSpPr>
        <p:spPr>
          <a:xfrm>
            <a:off x="4587158" y="1535974"/>
            <a:ext cx="15071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323130"/>
                </a:solidFill>
              </a:rPr>
              <a:t>Business Holdings ($)</a:t>
            </a:r>
            <a:endParaRPr lang="en-IN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73DF44-87BB-42B2-B235-E0A938879101}"/>
              </a:ext>
            </a:extLst>
          </p:cNvPr>
          <p:cNvSpPr/>
          <p:nvPr/>
        </p:nvSpPr>
        <p:spPr>
          <a:xfrm>
            <a:off x="8430919" y="2781790"/>
            <a:ext cx="11290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323130"/>
                </a:solidFill>
              </a:rPr>
              <a:t>Total assets ($)</a:t>
            </a:r>
            <a:endParaRPr lang="en-IN" sz="12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EC35B82-2C91-4A7E-9AD8-98E7D8911A03}"/>
              </a:ext>
            </a:extLst>
          </p:cNvPr>
          <p:cNvSpPr/>
          <p:nvPr/>
        </p:nvSpPr>
        <p:spPr>
          <a:xfrm>
            <a:off x="4587158" y="2446633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B2B5C7C-938F-41C6-AD46-03FE4B28CF91}"/>
              </a:ext>
            </a:extLst>
          </p:cNvPr>
          <p:cNvSpPr/>
          <p:nvPr/>
        </p:nvSpPr>
        <p:spPr>
          <a:xfrm>
            <a:off x="8430919" y="2446633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A562F17-5D19-4474-B60D-57A70C492843}"/>
              </a:ext>
            </a:extLst>
          </p:cNvPr>
          <p:cNvSpPr/>
          <p:nvPr/>
        </p:nvSpPr>
        <p:spPr>
          <a:xfrm>
            <a:off x="8430919" y="3005609"/>
            <a:ext cx="2210991" cy="31312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Auto sum of all above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C88C2B7-0D18-4694-8526-6454ACB1F384}"/>
              </a:ext>
            </a:extLst>
          </p:cNvPr>
          <p:cNvSpPr/>
          <p:nvPr/>
        </p:nvSpPr>
        <p:spPr>
          <a:xfrm>
            <a:off x="1004992" y="1130723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+</a:t>
            </a:r>
            <a:r>
              <a:rPr lang="en-IN" sz="1200" i="1" dirty="0" err="1">
                <a:solidFill>
                  <a:schemeClr val="tx1"/>
                </a:solidFill>
              </a:rPr>
              <a:t>ve</a:t>
            </a:r>
            <a:r>
              <a:rPr lang="en-IN" sz="1200" i="1" dirty="0">
                <a:solidFill>
                  <a:schemeClr val="tx1"/>
                </a:solidFill>
              </a:rPr>
              <a:t> number (2 decimal)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F04F094-E34E-42B4-82A9-209A84003B20}"/>
              </a:ext>
            </a:extLst>
          </p:cNvPr>
          <p:cNvSpPr/>
          <p:nvPr/>
        </p:nvSpPr>
        <p:spPr>
          <a:xfrm>
            <a:off x="4587158" y="1130723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6DEE1D0-D3FF-4C51-B49D-D36B59EC1BAB}"/>
              </a:ext>
            </a:extLst>
          </p:cNvPr>
          <p:cNvSpPr/>
          <p:nvPr/>
        </p:nvSpPr>
        <p:spPr>
          <a:xfrm>
            <a:off x="8430919" y="1130723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21B7B35-1433-4068-AF1B-BFB0A0AF5626}"/>
              </a:ext>
            </a:extLst>
          </p:cNvPr>
          <p:cNvSpPr/>
          <p:nvPr/>
        </p:nvSpPr>
        <p:spPr>
          <a:xfrm>
            <a:off x="1004992" y="1812880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1EB6322-9361-4B25-904B-75F2AE881DBD}"/>
              </a:ext>
            </a:extLst>
          </p:cNvPr>
          <p:cNvSpPr/>
          <p:nvPr/>
        </p:nvSpPr>
        <p:spPr>
          <a:xfrm>
            <a:off x="4587158" y="1812880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CF054D9-6B55-4EA5-8A18-2F4469E9E863}"/>
              </a:ext>
            </a:extLst>
          </p:cNvPr>
          <p:cNvSpPr/>
          <p:nvPr/>
        </p:nvSpPr>
        <p:spPr>
          <a:xfrm>
            <a:off x="1004992" y="2446633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511FFF5-7119-42A2-A306-E5A048412DCD}"/>
              </a:ext>
            </a:extLst>
          </p:cNvPr>
          <p:cNvSpPr/>
          <p:nvPr/>
        </p:nvSpPr>
        <p:spPr>
          <a:xfrm>
            <a:off x="94000" y="539826"/>
            <a:ext cx="12003999" cy="56009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D5107E4-A94D-4C6A-B591-6C7EC9A87122}"/>
              </a:ext>
            </a:extLst>
          </p:cNvPr>
          <p:cNvGrpSpPr/>
          <p:nvPr/>
        </p:nvGrpSpPr>
        <p:grpSpPr>
          <a:xfrm>
            <a:off x="161365" y="66548"/>
            <a:ext cx="11788228" cy="446281"/>
            <a:chOff x="443314" y="4235140"/>
            <a:chExt cx="10439219" cy="446281"/>
          </a:xfrm>
        </p:grpSpPr>
        <p:sp>
          <p:nvSpPr>
            <p:cNvPr id="60" name="Rectangle: Top Corners One Rounded and One Snipped 59">
              <a:extLst>
                <a:ext uri="{FF2B5EF4-FFF2-40B4-BE49-F238E27FC236}">
                  <a16:creationId xmlns:a16="http://schemas.microsoft.com/office/drawing/2014/main" id="{51FB4CDB-2281-4507-95C7-BE6D7F664AA7}"/>
                </a:ext>
              </a:extLst>
            </p:cNvPr>
            <p:cNvSpPr/>
            <p:nvPr/>
          </p:nvSpPr>
          <p:spPr>
            <a:xfrm>
              <a:off x="44331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Contact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61" name="Rectangle: Top Corners One Rounded and One Snipped 60">
              <a:extLst>
                <a:ext uri="{FF2B5EF4-FFF2-40B4-BE49-F238E27FC236}">
                  <a16:creationId xmlns:a16="http://schemas.microsoft.com/office/drawing/2014/main" id="{22A7FEC7-E634-4E58-8A2A-81F7F3628CD6}"/>
                </a:ext>
              </a:extLst>
            </p:cNvPr>
            <p:cNvSpPr/>
            <p:nvPr/>
          </p:nvSpPr>
          <p:spPr>
            <a:xfrm>
              <a:off x="3939520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Co-Applicants</a:t>
              </a:r>
            </a:p>
          </p:txBody>
        </p:sp>
        <p:sp>
          <p:nvSpPr>
            <p:cNvPr id="62" name="Rectangle: Top Corners One Rounded and One Snipped 61">
              <a:extLst>
                <a:ext uri="{FF2B5EF4-FFF2-40B4-BE49-F238E27FC236}">
                  <a16:creationId xmlns:a16="http://schemas.microsoft.com/office/drawing/2014/main" id="{6DBD1631-81D5-4AEB-AF4E-8168EDBCF14C}"/>
                </a:ext>
              </a:extLst>
            </p:cNvPr>
            <p:cNvSpPr/>
            <p:nvPr/>
          </p:nvSpPr>
          <p:spPr>
            <a:xfrm>
              <a:off x="9766533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Real Estate</a:t>
              </a:r>
            </a:p>
          </p:txBody>
        </p:sp>
        <p:sp>
          <p:nvSpPr>
            <p:cNvPr id="63" name="Rectangle: Top Corners One Rounded and One Snipped 62">
              <a:extLst>
                <a:ext uri="{FF2B5EF4-FFF2-40B4-BE49-F238E27FC236}">
                  <a16:creationId xmlns:a16="http://schemas.microsoft.com/office/drawing/2014/main" id="{47F61EF4-C7E0-461C-A6E8-5957AE8F2377}"/>
                </a:ext>
              </a:extLst>
            </p:cNvPr>
            <p:cNvSpPr/>
            <p:nvPr/>
          </p:nvSpPr>
          <p:spPr>
            <a:xfrm>
              <a:off x="160871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Personal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64" name="Rectangle: Top Corners One Rounded and One Snipped 63">
              <a:extLst>
                <a:ext uri="{FF2B5EF4-FFF2-40B4-BE49-F238E27FC236}">
                  <a16:creationId xmlns:a16="http://schemas.microsoft.com/office/drawing/2014/main" id="{E7188952-5DA3-41E0-A846-86C5BDA425DD}"/>
                </a:ext>
              </a:extLst>
            </p:cNvPr>
            <p:cNvSpPr/>
            <p:nvPr/>
          </p:nvSpPr>
          <p:spPr>
            <a:xfrm>
              <a:off x="277411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Employment</a:t>
              </a:r>
            </a:p>
          </p:txBody>
        </p:sp>
        <p:sp>
          <p:nvSpPr>
            <p:cNvPr id="65" name="Rectangle: Top Corners One Rounded and One Snipped 64">
              <a:extLst>
                <a:ext uri="{FF2B5EF4-FFF2-40B4-BE49-F238E27FC236}">
                  <a16:creationId xmlns:a16="http://schemas.microsoft.com/office/drawing/2014/main" id="{712B8BDA-38B6-4546-865F-4AB3A7FD0C34}"/>
                </a:ext>
              </a:extLst>
            </p:cNvPr>
            <p:cNvSpPr/>
            <p:nvPr/>
          </p:nvSpPr>
          <p:spPr>
            <a:xfrm>
              <a:off x="5104922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Financial</a:t>
              </a:r>
            </a:p>
          </p:txBody>
        </p:sp>
        <p:sp>
          <p:nvSpPr>
            <p:cNvPr id="66" name="Rectangle: Top Corners One Rounded and One Snipped 65">
              <a:extLst>
                <a:ext uri="{FF2B5EF4-FFF2-40B4-BE49-F238E27FC236}">
                  <a16:creationId xmlns:a16="http://schemas.microsoft.com/office/drawing/2014/main" id="{5A56D075-7C25-4D28-BB9B-8751CCEACC50}"/>
                </a:ext>
              </a:extLst>
            </p:cNvPr>
            <p:cNvSpPr/>
            <p:nvPr/>
          </p:nvSpPr>
          <p:spPr>
            <a:xfrm>
              <a:off x="627032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Related Questions</a:t>
              </a:r>
            </a:p>
          </p:txBody>
        </p:sp>
        <p:sp>
          <p:nvSpPr>
            <p:cNvPr id="67" name="Rectangle: Top Corners One Rounded and One Snipped 66">
              <a:extLst>
                <a:ext uri="{FF2B5EF4-FFF2-40B4-BE49-F238E27FC236}">
                  <a16:creationId xmlns:a16="http://schemas.microsoft.com/office/drawing/2014/main" id="{44EF6712-70FC-4B0B-B436-1639D976581B}"/>
                </a:ext>
              </a:extLst>
            </p:cNvPr>
            <p:cNvSpPr/>
            <p:nvPr/>
          </p:nvSpPr>
          <p:spPr>
            <a:xfrm>
              <a:off x="743572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Other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Questions</a:t>
              </a:r>
            </a:p>
          </p:txBody>
        </p:sp>
        <p:sp>
          <p:nvSpPr>
            <p:cNvPr id="68" name="Rectangle: Top Corners One Rounded and One Snipped 67">
              <a:extLst>
                <a:ext uri="{FF2B5EF4-FFF2-40B4-BE49-F238E27FC236}">
                  <a16:creationId xmlns:a16="http://schemas.microsoft.com/office/drawing/2014/main" id="{A749E836-C4B2-41B5-A27B-AF8D00AFD815}"/>
                </a:ext>
              </a:extLst>
            </p:cNvPr>
            <p:cNvSpPr/>
            <p:nvPr/>
          </p:nvSpPr>
          <p:spPr>
            <a:xfrm>
              <a:off x="860112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Preferred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Location</a:t>
              </a:r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69E7F85F-8286-49BB-8BE8-B68F9C8F2163}"/>
              </a:ext>
            </a:extLst>
          </p:cNvPr>
          <p:cNvSpPr/>
          <p:nvPr/>
        </p:nvSpPr>
        <p:spPr>
          <a:xfrm>
            <a:off x="4587158" y="2213855"/>
            <a:ext cx="15648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323130"/>
                </a:solidFill>
              </a:rPr>
              <a:t>Personal Property ($)</a:t>
            </a:r>
            <a:endParaRPr lang="en-IN" sz="12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5045C2D-1BF3-4112-8E6F-B174DDBFDE55}"/>
              </a:ext>
            </a:extLst>
          </p:cNvPr>
          <p:cNvSpPr/>
          <p:nvPr/>
        </p:nvSpPr>
        <p:spPr>
          <a:xfrm>
            <a:off x="8430919" y="1812880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5ACBCCC-ADBA-4C3F-A32D-E2B82197EF0F}"/>
              </a:ext>
            </a:extLst>
          </p:cNvPr>
          <p:cNvSpPr txBox="1"/>
          <p:nvPr/>
        </p:nvSpPr>
        <p:spPr>
          <a:xfrm>
            <a:off x="558915" y="582773"/>
            <a:ext cx="10933836" cy="2797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Assets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3783EF8-3A7F-432F-B936-C21032A91407}"/>
              </a:ext>
            </a:extLst>
          </p:cNvPr>
          <p:cNvSpPr/>
          <p:nvPr/>
        </p:nvSpPr>
        <p:spPr>
          <a:xfrm>
            <a:off x="558915" y="577935"/>
            <a:ext cx="10933836" cy="28396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015427B-D5DF-4290-A5AB-3520D3538D40}"/>
              </a:ext>
            </a:extLst>
          </p:cNvPr>
          <p:cNvSpPr/>
          <p:nvPr/>
        </p:nvSpPr>
        <p:spPr>
          <a:xfrm>
            <a:off x="4530380" y="4922199"/>
            <a:ext cx="13120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Total Liabilities ($)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647FDAC-539A-45C6-BD58-8487CEDFB23B}"/>
              </a:ext>
            </a:extLst>
          </p:cNvPr>
          <p:cNvSpPr/>
          <p:nvPr/>
        </p:nvSpPr>
        <p:spPr>
          <a:xfrm>
            <a:off x="4530380" y="5195513"/>
            <a:ext cx="2210991" cy="31312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Auto Sum of all above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0013029-6C79-4B65-8E66-05A4A0C8CF35}"/>
              </a:ext>
            </a:extLst>
          </p:cNvPr>
          <p:cNvSpPr/>
          <p:nvPr/>
        </p:nvSpPr>
        <p:spPr>
          <a:xfrm>
            <a:off x="4587158" y="3704846"/>
            <a:ext cx="10764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Mortgages ($)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D806548-AD3D-4AEC-B018-49DE950101A6}"/>
              </a:ext>
            </a:extLst>
          </p:cNvPr>
          <p:cNvSpPr/>
          <p:nvPr/>
        </p:nvSpPr>
        <p:spPr>
          <a:xfrm>
            <a:off x="8430919" y="4300458"/>
            <a:ext cx="18521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Loans on life insurance ($)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10C5B1C-A354-448A-B63C-1616CBEFF77D}"/>
              </a:ext>
            </a:extLst>
          </p:cNvPr>
          <p:cNvSpPr/>
          <p:nvPr/>
        </p:nvSpPr>
        <p:spPr>
          <a:xfrm>
            <a:off x="1004992" y="4300458"/>
            <a:ext cx="1744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Accounts and Bill Due ($)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DAF5D04-0FAF-4F4C-A7B4-F322BDEED458}"/>
              </a:ext>
            </a:extLst>
          </p:cNvPr>
          <p:cNvSpPr/>
          <p:nvPr/>
        </p:nvSpPr>
        <p:spPr>
          <a:xfrm>
            <a:off x="1004992" y="4922199"/>
            <a:ext cx="13821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Other liabilities ($)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7530575-6C92-4D85-8B5A-E491FB229955}"/>
              </a:ext>
            </a:extLst>
          </p:cNvPr>
          <p:cNvSpPr/>
          <p:nvPr/>
        </p:nvSpPr>
        <p:spPr>
          <a:xfrm>
            <a:off x="8430919" y="3704846"/>
            <a:ext cx="14798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Accounts Payable ($)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73DDA3E-CD83-4238-BA5F-11EF254D12ED}"/>
              </a:ext>
            </a:extLst>
          </p:cNvPr>
          <p:cNvSpPr/>
          <p:nvPr/>
        </p:nvSpPr>
        <p:spPr>
          <a:xfrm>
            <a:off x="1004992" y="3704846"/>
            <a:ext cx="12757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Notes Payable ($)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5A55843-766C-40A8-9204-5064F0FC1F6E}"/>
              </a:ext>
            </a:extLst>
          </p:cNvPr>
          <p:cNvSpPr/>
          <p:nvPr/>
        </p:nvSpPr>
        <p:spPr>
          <a:xfrm>
            <a:off x="4587158" y="4300458"/>
            <a:ext cx="12387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Unpaid Taxes ($)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72DCE49-FA01-44FE-8697-70C9F3AB0CE4}"/>
              </a:ext>
            </a:extLst>
          </p:cNvPr>
          <p:cNvSpPr/>
          <p:nvPr/>
        </p:nvSpPr>
        <p:spPr>
          <a:xfrm>
            <a:off x="1004992" y="3954617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8F8FDF0-F4C1-4B02-8A68-07FD034815B7}"/>
              </a:ext>
            </a:extLst>
          </p:cNvPr>
          <p:cNvSpPr/>
          <p:nvPr/>
        </p:nvSpPr>
        <p:spPr>
          <a:xfrm>
            <a:off x="4587158" y="3954617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+</a:t>
            </a:r>
            <a:r>
              <a:rPr lang="en-IN" sz="1200" i="1" dirty="0" err="1">
                <a:solidFill>
                  <a:schemeClr val="tx1"/>
                </a:solidFill>
              </a:rPr>
              <a:t>ve</a:t>
            </a:r>
            <a:r>
              <a:rPr lang="en-IN" sz="1200" i="1" dirty="0">
                <a:solidFill>
                  <a:schemeClr val="tx1"/>
                </a:solidFill>
              </a:rPr>
              <a:t> number (2 decimal)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86061D1-340F-4DBB-8CEB-84694EB8B553}"/>
              </a:ext>
            </a:extLst>
          </p:cNvPr>
          <p:cNvSpPr/>
          <p:nvPr/>
        </p:nvSpPr>
        <p:spPr>
          <a:xfrm>
            <a:off x="8430919" y="3954617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767ED0C-F6EE-4B99-A73B-0B6FEBF372EB}"/>
              </a:ext>
            </a:extLst>
          </p:cNvPr>
          <p:cNvSpPr/>
          <p:nvPr/>
        </p:nvSpPr>
        <p:spPr>
          <a:xfrm>
            <a:off x="1004992" y="4564909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E51B991-393D-44B5-9810-50818361F536}"/>
              </a:ext>
            </a:extLst>
          </p:cNvPr>
          <p:cNvSpPr/>
          <p:nvPr/>
        </p:nvSpPr>
        <p:spPr>
          <a:xfrm>
            <a:off x="4587158" y="4564909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09F87D4-4737-4515-9D86-F30035F5486C}"/>
              </a:ext>
            </a:extLst>
          </p:cNvPr>
          <p:cNvSpPr/>
          <p:nvPr/>
        </p:nvSpPr>
        <p:spPr>
          <a:xfrm>
            <a:off x="8430919" y="4564909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BDF5402-1FF0-4C25-BB7F-88377FBBEFBD}"/>
              </a:ext>
            </a:extLst>
          </p:cNvPr>
          <p:cNvSpPr/>
          <p:nvPr/>
        </p:nvSpPr>
        <p:spPr>
          <a:xfrm>
            <a:off x="1004992" y="5161702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D293DB9-A530-4D88-BC78-26C66DEAE355}"/>
              </a:ext>
            </a:extLst>
          </p:cNvPr>
          <p:cNvSpPr txBox="1"/>
          <p:nvPr/>
        </p:nvSpPr>
        <p:spPr>
          <a:xfrm>
            <a:off x="558915" y="3424782"/>
            <a:ext cx="10933836" cy="2797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Liabilities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4866B1E-A7A8-42B2-933F-A3A3AFE90706}"/>
              </a:ext>
            </a:extLst>
          </p:cNvPr>
          <p:cNvSpPr/>
          <p:nvPr/>
        </p:nvSpPr>
        <p:spPr>
          <a:xfrm>
            <a:off x="558915" y="3419757"/>
            <a:ext cx="10933836" cy="22485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9199666-7CE2-4F34-9F27-087DEC61B7A1}"/>
              </a:ext>
            </a:extLst>
          </p:cNvPr>
          <p:cNvSpPr txBox="1"/>
          <p:nvPr/>
        </p:nvSpPr>
        <p:spPr>
          <a:xfrm>
            <a:off x="558917" y="5687434"/>
            <a:ext cx="10933836" cy="3724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Total Net Worth ($)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93E46EC-F0A0-4F90-9327-3D05030A9756}"/>
              </a:ext>
            </a:extLst>
          </p:cNvPr>
          <p:cNvSpPr/>
          <p:nvPr/>
        </p:nvSpPr>
        <p:spPr>
          <a:xfrm>
            <a:off x="558917" y="5678867"/>
            <a:ext cx="10933836" cy="36840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3FFA943-F5E8-48CB-AC1A-63FAE7C8B4FE}"/>
              </a:ext>
            </a:extLst>
          </p:cNvPr>
          <p:cNvSpPr/>
          <p:nvPr/>
        </p:nvSpPr>
        <p:spPr>
          <a:xfrm>
            <a:off x="5066929" y="6422424"/>
            <a:ext cx="1323464" cy="3684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Submit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C352940-8213-42EB-A328-EA92E5A7EE27}"/>
              </a:ext>
            </a:extLst>
          </p:cNvPr>
          <p:cNvSpPr/>
          <p:nvPr/>
        </p:nvSpPr>
        <p:spPr>
          <a:xfrm>
            <a:off x="8562841" y="5713088"/>
            <a:ext cx="2009992" cy="31312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Total Assets – Total liabilities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6CBFC8D-99AC-4F4D-8138-35BC77D306CF}"/>
              </a:ext>
            </a:extLst>
          </p:cNvPr>
          <p:cNvSpPr/>
          <p:nvPr/>
        </p:nvSpPr>
        <p:spPr>
          <a:xfrm>
            <a:off x="749468" y="6419929"/>
            <a:ext cx="37056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i="1" dirty="0">
                <a:solidFill>
                  <a:srgbClr val="333333"/>
                </a:solidFill>
                <a:latin typeface="Segoe UI" panose="020B0502040204020203" pitchFamily="34" charset="0"/>
              </a:rPr>
              <a:t>Note: all </a:t>
            </a:r>
            <a:r>
              <a:rPr lang="en-IN" sz="1400" i="1" dirty="0">
                <a:solidFill>
                  <a:srgbClr val="FF0000"/>
                </a:solidFill>
                <a:latin typeface="Segoe UI" panose="020B0502040204020203" pitchFamily="34" charset="0"/>
              </a:rPr>
              <a:t>*</a:t>
            </a:r>
            <a:r>
              <a:rPr lang="en-IN" sz="1400" i="1" dirty="0">
                <a:solidFill>
                  <a:srgbClr val="333333"/>
                </a:solidFill>
                <a:latin typeface="Segoe UI" panose="020B0502040204020203" pitchFamily="34" charset="0"/>
              </a:rPr>
              <a:t> marked fields are mandatory to fill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2883496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47BBCC2-11D5-4CFF-80A7-2F391657A46C}"/>
              </a:ext>
            </a:extLst>
          </p:cNvPr>
          <p:cNvGrpSpPr/>
          <p:nvPr/>
        </p:nvGrpSpPr>
        <p:grpSpPr>
          <a:xfrm>
            <a:off x="0" y="0"/>
            <a:ext cx="12192000" cy="1131013"/>
            <a:chOff x="611905" y="635026"/>
            <a:chExt cx="11266330" cy="9621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FE4783C-EB9C-4B75-82A0-8C8FBD6E0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905" y="635026"/>
              <a:ext cx="6182588" cy="96215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9C610A-A7CA-4B8B-A90E-19611F35F32E}"/>
                </a:ext>
              </a:extLst>
            </p:cNvPr>
            <p:cNvSpPr/>
            <p:nvPr/>
          </p:nvSpPr>
          <p:spPr>
            <a:xfrm>
              <a:off x="6777319" y="635026"/>
              <a:ext cx="5100916" cy="951727"/>
            </a:xfrm>
            <a:prstGeom prst="rect">
              <a:avLst/>
            </a:prstGeom>
            <a:solidFill>
              <a:srgbClr val="061B29"/>
            </a:solidFill>
            <a:ln>
              <a:solidFill>
                <a:srgbClr val="061B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4F724E6-1D5C-4990-8465-F0B1A1599C12}"/>
              </a:ext>
            </a:extLst>
          </p:cNvPr>
          <p:cNvSpPr/>
          <p:nvPr/>
        </p:nvSpPr>
        <p:spPr>
          <a:xfrm>
            <a:off x="9244010" y="144033"/>
            <a:ext cx="18556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bg1"/>
                </a:solidFill>
                <a:effectLst/>
                <a:latin typeface="system-ui"/>
              </a:rPr>
              <a:t>Welcome</a:t>
            </a:r>
            <a:endParaRPr lang="en-US" b="0" i="0" dirty="0">
              <a:solidFill>
                <a:schemeClr val="bg1"/>
              </a:solidFill>
              <a:effectLst/>
              <a:latin typeface="system-ui"/>
            </a:endParaRPr>
          </a:p>
          <a:p>
            <a:r>
              <a:rPr lang="en-US" sz="2000" dirty="0">
                <a:solidFill>
                  <a:schemeClr val="bg1"/>
                </a:solidFill>
                <a:latin typeface="system-ui"/>
              </a:rPr>
              <a:t>User Name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AB58B0-A36D-44C9-B2CC-9F758F1BF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2111" y="213659"/>
            <a:ext cx="607482" cy="6074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C0D74F-E5BB-4617-9EC3-E818AF146A9B}"/>
              </a:ext>
            </a:extLst>
          </p:cNvPr>
          <p:cNvSpPr txBox="1"/>
          <p:nvPr/>
        </p:nvSpPr>
        <p:spPr>
          <a:xfrm>
            <a:off x="9745912" y="1147743"/>
            <a:ext cx="11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My Profile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76C39C-4BF6-4DF0-8155-A202ECD52C87}"/>
              </a:ext>
            </a:extLst>
          </p:cNvPr>
          <p:cNvSpPr txBox="1"/>
          <p:nvPr/>
        </p:nvSpPr>
        <p:spPr>
          <a:xfrm>
            <a:off x="11063844" y="1147743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Sign out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A64D17-C4BF-40D4-9CF6-15833C4D2D4A}"/>
              </a:ext>
            </a:extLst>
          </p:cNvPr>
          <p:cNvSpPr txBox="1"/>
          <p:nvPr/>
        </p:nvSpPr>
        <p:spPr>
          <a:xfrm>
            <a:off x="7489773" y="1147743"/>
            <a:ext cx="2116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Prospect Application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92E5B8-9B52-4B3C-8E78-2A89C7CFB03E}"/>
              </a:ext>
            </a:extLst>
          </p:cNvPr>
          <p:cNvSpPr txBox="1"/>
          <p:nvPr/>
        </p:nvSpPr>
        <p:spPr>
          <a:xfrm>
            <a:off x="364569" y="1401179"/>
            <a:ext cx="221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Prospect Application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6BF0DE-C760-493B-8F23-9A888E8BB124}"/>
              </a:ext>
            </a:extLst>
          </p:cNvPr>
          <p:cNvSpPr/>
          <p:nvPr/>
        </p:nvSpPr>
        <p:spPr>
          <a:xfrm>
            <a:off x="8078697" y="2434401"/>
            <a:ext cx="32634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When would you be ready to invest in your franchise if you were approved ?</a:t>
            </a:r>
            <a:endParaRPr lang="en-IN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F5B12E-FE32-4B2D-BC5B-32271B3E66A6}"/>
              </a:ext>
            </a:extLst>
          </p:cNvPr>
          <p:cNvSpPr/>
          <p:nvPr/>
        </p:nvSpPr>
        <p:spPr>
          <a:xfrm>
            <a:off x="617258" y="3559838"/>
            <a:ext cx="266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How long have you been interested in owning your own franchise ?(Months)</a:t>
            </a:r>
            <a:endParaRPr lang="en-IN" sz="12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236995-21F5-4A9F-9217-1D498461FAE1}"/>
              </a:ext>
            </a:extLst>
          </p:cNvPr>
          <p:cNvSpPr/>
          <p:nvPr/>
        </p:nvSpPr>
        <p:spPr>
          <a:xfrm>
            <a:off x="8078698" y="3559838"/>
            <a:ext cx="30210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What skills/experience do you have that will help you be successful in this business?</a:t>
            </a:r>
            <a:endParaRPr lang="en-IN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1BCEA8-89E9-4B10-B4FD-F76284BEA021}"/>
              </a:ext>
            </a:extLst>
          </p:cNvPr>
          <p:cNvSpPr/>
          <p:nvPr/>
        </p:nvSpPr>
        <p:spPr>
          <a:xfrm>
            <a:off x="617258" y="4656092"/>
            <a:ext cx="28789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Who will be responsible for the daily operation of your store?</a:t>
            </a:r>
            <a:endParaRPr lang="en-IN" sz="12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7FF37BE-C58D-4F3C-A7C5-C73D5AE779DE}"/>
              </a:ext>
            </a:extLst>
          </p:cNvPr>
          <p:cNvSpPr/>
          <p:nvPr/>
        </p:nvSpPr>
        <p:spPr>
          <a:xfrm>
            <a:off x="8078697" y="2878139"/>
            <a:ext cx="2664000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741DBE8-7911-4A5F-A839-FD253D5BAB22}"/>
              </a:ext>
            </a:extLst>
          </p:cNvPr>
          <p:cNvSpPr/>
          <p:nvPr/>
        </p:nvSpPr>
        <p:spPr>
          <a:xfrm>
            <a:off x="617258" y="4035789"/>
            <a:ext cx="2664000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FA2167E-9291-427D-A3CB-3101FDA116D1}"/>
              </a:ext>
            </a:extLst>
          </p:cNvPr>
          <p:cNvSpPr/>
          <p:nvPr/>
        </p:nvSpPr>
        <p:spPr>
          <a:xfrm>
            <a:off x="8078697" y="4035789"/>
            <a:ext cx="2664000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C17C997-ADDB-4A87-B3BA-79B12F3F8A7F}"/>
              </a:ext>
            </a:extLst>
          </p:cNvPr>
          <p:cNvSpPr/>
          <p:nvPr/>
        </p:nvSpPr>
        <p:spPr>
          <a:xfrm>
            <a:off x="617258" y="5119267"/>
            <a:ext cx="2664000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812E32C-103D-445C-8521-40402BF2712B}"/>
              </a:ext>
            </a:extLst>
          </p:cNvPr>
          <p:cNvSpPr/>
          <p:nvPr/>
        </p:nvSpPr>
        <p:spPr>
          <a:xfrm>
            <a:off x="94000" y="2287947"/>
            <a:ext cx="12003999" cy="44260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752A16B-EE5D-4045-A76D-0822367D416E}"/>
              </a:ext>
            </a:extLst>
          </p:cNvPr>
          <p:cNvGrpSpPr/>
          <p:nvPr/>
        </p:nvGrpSpPr>
        <p:grpSpPr>
          <a:xfrm>
            <a:off x="161365" y="1814669"/>
            <a:ext cx="11788228" cy="446281"/>
            <a:chOff x="443314" y="4235140"/>
            <a:chExt cx="10439219" cy="446281"/>
          </a:xfrm>
        </p:grpSpPr>
        <p:sp>
          <p:nvSpPr>
            <p:cNvPr id="42" name="Rectangle: Top Corners One Rounded and One Snipped 41">
              <a:extLst>
                <a:ext uri="{FF2B5EF4-FFF2-40B4-BE49-F238E27FC236}">
                  <a16:creationId xmlns:a16="http://schemas.microsoft.com/office/drawing/2014/main" id="{666DF509-6FB5-49F4-A385-44A3806F2701}"/>
                </a:ext>
              </a:extLst>
            </p:cNvPr>
            <p:cNvSpPr/>
            <p:nvPr/>
          </p:nvSpPr>
          <p:spPr>
            <a:xfrm>
              <a:off x="44331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Contact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43" name="Rectangle: Top Corners One Rounded and One Snipped 42">
              <a:extLst>
                <a:ext uri="{FF2B5EF4-FFF2-40B4-BE49-F238E27FC236}">
                  <a16:creationId xmlns:a16="http://schemas.microsoft.com/office/drawing/2014/main" id="{0ECDE63D-D6A2-4CE8-806E-3733E0E2B311}"/>
                </a:ext>
              </a:extLst>
            </p:cNvPr>
            <p:cNvSpPr/>
            <p:nvPr/>
          </p:nvSpPr>
          <p:spPr>
            <a:xfrm>
              <a:off x="3939520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Co-Applicants</a:t>
              </a:r>
            </a:p>
          </p:txBody>
        </p:sp>
        <p:sp>
          <p:nvSpPr>
            <p:cNvPr id="44" name="Rectangle: Top Corners One Rounded and One Snipped 43">
              <a:extLst>
                <a:ext uri="{FF2B5EF4-FFF2-40B4-BE49-F238E27FC236}">
                  <a16:creationId xmlns:a16="http://schemas.microsoft.com/office/drawing/2014/main" id="{77AD4B02-5175-4D7F-984F-F1FA8D444FC2}"/>
                </a:ext>
              </a:extLst>
            </p:cNvPr>
            <p:cNvSpPr/>
            <p:nvPr/>
          </p:nvSpPr>
          <p:spPr>
            <a:xfrm>
              <a:off x="9766533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Real Estate</a:t>
              </a:r>
            </a:p>
          </p:txBody>
        </p:sp>
        <p:sp>
          <p:nvSpPr>
            <p:cNvPr id="45" name="Rectangle: Top Corners One Rounded and One Snipped 44">
              <a:extLst>
                <a:ext uri="{FF2B5EF4-FFF2-40B4-BE49-F238E27FC236}">
                  <a16:creationId xmlns:a16="http://schemas.microsoft.com/office/drawing/2014/main" id="{4F39ED5F-65CA-426B-86C7-117DB47E4ED8}"/>
                </a:ext>
              </a:extLst>
            </p:cNvPr>
            <p:cNvSpPr/>
            <p:nvPr/>
          </p:nvSpPr>
          <p:spPr>
            <a:xfrm>
              <a:off x="160871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Personal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46" name="Rectangle: Top Corners One Rounded and One Snipped 45">
              <a:extLst>
                <a:ext uri="{FF2B5EF4-FFF2-40B4-BE49-F238E27FC236}">
                  <a16:creationId xmlns:a16="http://schemas.microsoft.com/office/drawing/2014/main" id="{DB74EAD7-0A22-4FFF-A815-E127D265EE09}"/>
                </a:ext>
              </a:extLst>
            </p:cNvPr>
            <p:cNvSpPr/>
            <p:nvPr/>
          </p:nvSpPr>
          <p:spPr>
            <a:xfrm>
              <a:off x="277411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Employment</a:t>
              </a:r>
            </a:p>
          </p:txBody>
        </p:sp>
        <p:sp>
          <p:nvSpPr>
            <p:cNvPr id="47" name="Rectangle: Top Corners One Rounded and One Snipped 46">
              <a:extLst>
                <a:ext uri="{FF2B5EF4-FFF2-40B4-BE49-F238E27FC236}">
                  <a16:creationId xmlns:a16="http://schemas.microsoft.com/office/drawing/2014/main" id="{51F84838-4808-4DB6-9C2B-98B4E99B0BDC}"/>
                </a:ext>
              </a:extLst>
            </p:cNvPr>
            <p:cNvSpPr/>
            <p:nvPr/>
          </p:nvSpPr>
          <p:spPr>
            <a:xfrm>
              <a:off x="5104922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Financial</a:t>
              </a:r>
            </a:p>
          </p:txBody>
        </p:sp>
        <p:sp>
          <p:nvSpPr>
            <p:cNvPr id="48" name="Rectangle: Top Corners One Rounded and One Snipped 47">
              <a:extLst>
                <a:ext uri="{FF2B5EF4-FFF2-40B4-BE49-F238E27FC236}">
                  <a16:creationId xmlns:a16="http://schemas.microsoft.com/office/drawing/2014/main" id="{DA0EBCBC-D3F7-4872-9356-74CD454E9BBC}"/>
                </a:ext>
              </a:extLst>
            </p:cNvPr>
            <p:cNvSpPr/>
            <p:nvPr/>
          </p:nvSpPr>
          <p:spPr>
            <a:xfrm>
              <a:off x="627032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Related Questions</a:t>
              </a:r>
            </a:p>
          </p:txBody>
        </p:sp>
        <p:sp>
          <p:nvSpPr>
            <p:cNvPr id="63" name="Rectangle: Top Corners One Rounded and One Snipped 62">
              <a:extLst>
                <a:ext uri="{FF2B5EF4-FFF2-40B4-BE49-F238E27FC236}">
                  <a16:creationId xmlns:a16="http://schemas.microsoft.com/office/drawing/2014/main" id="{1506A7F2-E7F1-442E-A941-C041A1C5C47A}"/>
                </a:ext>
              </a:extLst>
            </p:cNvPr>
            <p:cNvSpPr/>
            <p:nvPr/>
          </p:nvSpPr>
          <p:spPr>
            <a:xfrm>
              <a:off x="743572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Other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Questions</a:t>
              </a:r>
            </a:p>
          </p:txBody>
        </p:sp>
        <p:sp>
          <p:nvSpPr>
            <p:cNvPr id="64" name="Rectangle: Top Corners One Rounded and One Snipped 63">
              <a:extLst>
                <a:ext uri="{FF2B5EF4-FFF2-40B4-BE49-F238E27FC236}">
                  <a16:creationId xmlns:a16="http://schemas.microsoft.com/office/drawing/2014/main" id="{6D1CE01B-2B3B-4AAD-81AC-B6757913A594}"/>
                </a:ext>
              </a:extLst>
            </p:cNvPr>
            <p:cNvSpPr/>
            <p:nvPr/>
          </p:nvSpPr>
          <p:spPr>
            <a:xfrm>
              <a:off x="860112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Preferred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Location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C724A643-4D3D-4568-8543-4D4BE24AA52E}"/>
              </a:ext>
            </a:extLst>
          </p:cNvPr>
          <p:cNvSpPr/>
          <p:nvPr/>
        </p:nvSpPr>
        <p:spPr>
          <a:xfrm>
            <a:off x="617258" y="2619067"/>
            <a:ext cx="271067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How would you finance your franchise?</a:t>
            </a:r>
            <a:endParaRPr lang="en-IN" sz="1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F9DE46D-46F1-44EE-8564-F87D500DE2DE}"/>
              </a:ext>
            </a:extLst>
          </p:cNvPr>
          <p:cNvSpPr/>
          <p:nvPr/>
        </p:nvSpPr>
        <p:spPr>
          <a:xfrm>
            <a:off x="617258" y="2878139"/>
            <a:ext cx="2664000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2C1842B-2B54-4EE6-88B7-942DE5F7EE2E}"/>
              </a:ext>
            </a:extLst>
          </p:cNvPr>
          <p:cNvSpPr/>
          <p:nvPr/>
        </p:nvSpPr>
        <p:spPr>
          <a:xfrm>
            <a:off x="4430195" y="2619067"/>
            <a:ext cx="174874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Will you have a partner?</a:t>
            </a:r>
            <a:endParaRPr lang="en-IN" sz="12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98177E7-D0A5-4F7F-B32E-74BCFDC9744A}"/>
              </a:ext>
            </a:extLst>
          </p:cNvPr>
          <p:cNvSpPr/>
          <p:nvPr/>
        </p:nvSpPr>
        <p:spPr>
          <a:xfrm>
            <a:off x="4430195" y="2878139"/>
            <a:ext cx="2664000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Yes / No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740725-D74B-40B1-970F-5FEF1E95FF04}"/>
              </a:ext>
            </a:extLst>
          </p:cNvPr>
          <p:cNvSpPr/>
          <p:nvPr/>
        </p:nvSpPr>
        <p:spPr>
          <a:xfrm>
            <a:off x="4430195" y="3596511"/>
            <a:ext cx="25174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242424"/>
                </a:solidFill>
                <a:latin typeface="Segoe UI" panose="020B0502040204020203" pitchFamily="34" charset="0"/>
              </a:rPr>
              <a:t>Are you considering other franchise opportunities ?</a:t>
            </a:r>
            <a:endParaRPr lang="en-IN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53E400-95CF-4B7A-955B-97FB0AB308FB}"/>
              </a:ext>
            </a:extLst>
          </p:cNvPr>
          <p:cNvSpPr/>
          <p:nvPr/>
        </p:nvSpPr>
        <p:spPr>
          <a:xfrm>
            <a:off x="8078698" y="4656092"/>
            <a:ext cx="29851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242424"/>
                </a:solidFill>
                <a:latin typeface="Segoe UI" panose="020B0502040204020203" pitchFamily="34" charset="0"/>
              </a:rPr>
              <a:t>Why do you believe this franchise aligns with your personal objectives?</a:t>
            </a:r>
            <a:endParaRPr lang="en-IN" sz="12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FC15908-0846-4401-BD58-C40DA2930B0A}"/>
              </a:ext>
            </a:extLst>
          </p:cNvPr>
          <p:cNvSpPr/>
          <p:nvPr/>
        </p:nvSpPr>
        <p:spPr>
          <a:xfrm>
            <a:off x="4430195" y="4034538"/>
            <a:ext cx="2664000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i="1" dirty="0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B724D57-736B-4CCC-B2F3-FC79A381EB0D}"/>
              </a:ext>
            </a:extLst>
          </p:cNvPr>
          <p:cNvSpPr/>
          <p:nvPr/>
        </p:nvSpPr>
        <p:spPr>
          <a:xfrm>
            <a:off x="8078697" y="5119267"/>
            <a:ext cx="2664000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9E49692-E119-4692-88C4-03CC3F0B115E}"/>
              </a:ext>
            </a:extLst>
          </p:cNvPr>
          <p:cNvSpPr/>
          <p:nvPr/>
        </p:nvSpPr>
        <p:spPr>
          <a:xfrm>
            <a:off x="4430195" y="4711019"/>
            <a:ext cx="20611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323130"/>
                </a:solidFill>
              </a:rPr>
              <a:t>Cash available for investment</a:t>
            </a:r>
            <a:endParaRPr lang="en-IN" sz="12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37E7B8E-9F03-48DB-8783-6582B7BC71B3}"/>
              </a:ext>
            </a:extLst>
          </p:cNvPr>
          <p:cNvSpPr/>
          <p:nvPr/>
        </p:nvSpPr>
        <p:spPr>
          <a:xfrm>
            <a:off x="4430195" y="5030669"/>
            <a:ext cx="2664000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B49A92-D073-47EA-AB99-7ED93E1345D3}"/>
              </a:ext>
            </a:extLst>
          </p:cNvPr>
          <p:cNvSpPr/>
          <p:nvPr/>
        </p:nvSpPr>
        <p:spPr>
          <a:xfrm>
            <a:off x="691780" y="5768642"/>
            <a:ext cx="28442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242424"/>
                </a:solidFill>
                <a:latin typeface="Segoe UI" panose="020B0502040204020203" pitchFamily="34" charset="0"/>
              </a:rPr>
              <a:t>Have you been approved for financing?</a:t>
            </a:r>
            <a:endParaRPr lang="en-IN" sz="12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B4B8E27-F9E6-44A3-896A-039D30E9B055}"/>
              </a:ext>
            </a:extLst>
          </p:cNvPr>
          <p:cNvSpPr/>
          <p:nvPr/>
        </p:nvSpPr>
        <p:spPr>
          <a:xfrm>
            <a:off x="691780" y="6068634"/>
            <a:ext cx="2664000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Yes / No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DC2D271-13D3-42D5-8E46-777425FE763D}"/>
              </a:ext>
            </a:extLst>
          </p:cNvPr>
          <p:cNvGrpSpPr/>
          <p:nvPr/>
        </p:nvGrpSpPr>
        <p:grpSpPr>
          <a:xfrm>
            <a:off x="11413767" y="5903664"/>
            <a:ext cx="659155" cy="810303"/>
            <a:chOff x="11413767" y="5903664"/>
            <a:chExt cx="659155" cy="810303"/>
          </a:xfrm>
        </p:grpSpPr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D265BEE0-349E-4B44-8518-69BB29FA83AE}"/>
                </a:ext>
              </a:extLst>
            </p:cNvPr>
            <p:cNvSpPr/>
            <p:nvPr/>
          </p:nvSpPr>
          <p:spPr>
            <a:xfrm>
              <a:off x="11501718" y="6115398"/>
              <a:ext cx="447875" cy="598569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4441949-CE25-4E37-AD64-02B4F8AC4AD8}"/>
                </a:ext>
              </a:extLst>
            </p:cNvPr>
            <p:cNvSpPr txBox="1"/>
            <p:nvPr/>
          </p:nvSpPr>
          <p:spPr>
            <a:xfrm>
              <a:off x="11413767" y="5903664"/>
              <a:ext cx="65915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/>
                <a:t>Continue</a:t>
              </a:r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096F74A0-6203-49D0-AC1E-3E78C282C74E}"/>
              </a:ext>
            </a:extLst>
          </p:cNvPr>
          <p:cNvSpPr/>
          <p:nvPr/>
        </p:nvSpPr>
        <p:spPr>
          <a:xfrm>
            <a:off x="4465859" y="5749041"/>
            <a:ext cx="153792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323130"/>
                </a:solidFill>
              </a:rPr>
              <a:t>Amount Approved ($)</a:t>
            </a:r>
            <a:endParaRPr lang="en-IN" sz="12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042F068-FBB8-4F56-9C4F-C0234012B98B}"/>
              </a:ext>
            </a:extLst>
          </p:cNvPr>
          <p:cNvSpPr/>
          <p:nvPr/>
        </p:nvSpPr>
        <p:spPr>
          <a:xfrm>
            <a:off x="4465859" y="6037491"/>
            <a:ext cx="2664000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If Approved , +</a:t>
            </a:r>
            <a:r>
              <a:rPr lang="en-IN" sz="1200" i="1" dirty="0" err="1">
                <a:solidFill>
                  <a:schemeClr val="tx1"/>
                </a:solidFill>
              </a:rPr>
              <a:t>ve</a:t>
            </a:r>
            <a:r>
              <a:rPr lang="en-IN" sz="1200" i="1" dirty="0">
                <a:solidFill>
                  <a:schemeClr val="tx1"/>
                </a:solidFill>
              </a:rPr>
              <a:t> number (2 decimal)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BAE5301-D657-46D1-B462-C7997BBC739D}"/>
              </a:ext>
            </a:extLst>
          </p:cNvPr>
          <p:cNvSpPr/>
          <p:nvPr/>
        </p:nvSpPr>
        <p:spPr>
          <a:xfrm>
            <a:off x="8005691" y="5688220"/>
            <a:ext cx="1986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323130"/>
                </a:solidFill>
              </a:rPr>
              <a:t>Would this business be your sole income source?</a:t>
            </a:r>
            <a:endParaRPr lang="en-IN" sz="12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D6F8C3B-E972-4603-BF30-7946E54373C8}"/>
              </a:ext>
            </a:extLst>
          </p:cNvPr>
          <p:cNvSpPr/>
          <p:nvPr/>
        </p:nvSpPr>
        <p:spPr>
          <a:xfrm>
            <a:off x="8005691" y="6161336"/>
            <a:ext cx="2664000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Yes / No</a:t>
            </a:r>
          </a:p>
        </p:txBody>
      </p:sp>
    </p:spTree>
    <p:extLst>
      <p:ext uri="{BB962C8B-B14F-4D97-AF65-F5344CB8AC3E}">
        <p14:creationId xmlns:p14="http://schemas.microsoft.com/office/powerpoint/2010/main" val="1297836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158A465-AAFC-4B32-B650-27FFB11B1B05}"/>
              </a:ext>
            </a:extLst>
          </p:cNvPr>
          <p:cNvSpPr/>
          <p:nvPr/>
        </p:nvSpPr>
        <p:spPr>
          <a:xfrm>
            <a:off x="831451" y="2314374"/>
            <a:ext cx="33463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Are you now, or have you ever been party to any lawsuit - either as defendant or plaintiff?</a:t>
            </a:r>
            <a:endParaRPr lang="en-IN" sz="12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FBB1023-1DB3-4580-858E-3DA82D1EB39D}"/>
              </a:ext>
            </a:extLst>
          </p:cNvPr>
          <p:cNvGrpSpPr/>
          <p:nvPr/>
        </p:nvGrpSpPr>
        <p:grpSpPr>
          <a:xfrm>
            <a:off x="0" y="0"/>
            <a:ext cx="12192000" cy="1131013"/>
            <a:chOff x="611905" y="635026"/>
            <a:chExt cx="11266330" cy="96215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FDE4497-FB25-48D3-82E0-2C6908053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905" y="635026"/>
              <a:ext cx="6182588" cy="962159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96EEA19-0B89-402E-AD31-7FAD1CCB45CD}"/>
                </a:ext>
              </a:extLst>
            </p:cNvPr>
            <p:cNvSpPr/>
            <p:nvPr/>
          </p:nvSpPr>
          <p:spPr>
            <a:xfrm>
              <a:off x="6777319" y="635026"/>
              <a:ext cx="5100916" cy="951727"/>
            </a:xfrm>
            <a:prstGeom prst="rect">
              <a:avLst/>
            </a:prstGeom>
            <a:solidFill>
              <a:srgbClr val="061B29"/>
            </a:solidFill>
            <a:ln>
              <a:solidFill>
                <a:srgbClr val="061B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2549D20-F4E9-4742-8C1D-F67A49587F6E}"/>
              </a:ext>
            </a:extLst>
          </p:cNvPr>
          <p:cNvSpPr/>
          <p:nvPr/>
        </p:nvSpPr>
        <p:spPr>
          <a:xfrm>
            <a:off x="9244010" y="144033"/>
            <a:ext cx="18556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bg1"/>
                </a:solidFill>
                <a:effectLst/>
                <a:latin typeface="system-ui"/>
              </a:rPr>
              <a:t>Welcome</a:t>
            </a:r>
            <a:endParaRPr lang="en-US" b="0" i="0" dirty="0">
              <a:solidFill>
                <a:schemeClr val="bg1"/>
              </a:solidFill>
              <a:effectLst/>
              <a:latin typeface="system-ui"/>
            </a:endParaRPr>
          </a:p>
          <a:p>
            <a:r>
              <a:rPr lang="en-US" sz="2000" dirty="0">
                <a:solidFill>
                  <a:schemeClr val="bg1"/>
                </a:solidFill>
                <a:latin typeface="system-ui"/>
              </a:rPr>
              <a:t>User Name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594039-6649-4C7E-A422-C67325CB7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2111" y="213659"/>
            <a:ext cx="607482" cy="6074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9AC8BD-0C2C-4B03-9B6C-44E9246B965A}"/>
              </a:ext>
            </a:extLst>
          </p:cNvPr>
          <p:cNvSpPr txBox="1"/>
          <p:nvPr/>
        </p:nvSpPr>
        <p:spPr>
          <a:xfrm>
            <a:off x="9745912" y="1147743"/>
            <a:ext cx="11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My Profile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4D7844-7424-4ACA-83CE-E293D73F76F0}"/>
              </a:ext>
            </a:extLst>
          </p:cNvPr>
          <p:cNvSpPr txBox="1"/>
          <p:nvPr/>
        </p:nvSpPr>
        <p:spPr>
          <a:xfrm>
            <a:off x="11063844" y="1147743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Sign out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0D160B-2CE4-46F8-9826-3A42D28B967A}"/>
              </a:ext>
            </a:extLst>
          </p:cNvPr>
          <p:cNvSpPr txBox="1"/>
          <p:nvPr/>
        </p:nvSpPr>
        <p:spPr>
          <a:xfrm>
            <a:off x="7489773" y="1147743"/>
            <a:ext cx="2116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Prospect Application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C59F9A-FEF1-40D5-8847-6A257D24D486}"/>
              </a:ext>
            </a:extLst>
          </p:cNvPr>
          <p:cNvSpPr txBox="1"/>
          <p:nvPr/>
        </p:nvSpPr>
        <p:spPr>
          <a:xfrm>
            <a:off x="364569" y="1401179"/>
            <a:ext cx="221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Prospect Application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635F02-ECDE-48BC-91C1-CE5E88CC2951}"/>
              </a:ext>
            </a:extLst>
          </p:cNvPr>
          <p:cNvSpPr/>
          <p:nvPr/>
        </p:nvSpPr>
        <p:spPr>
          <a:xfrm>
            <a:off x="4793643" y="4172220"/>
            <a:ext cx="15511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323130"/>
                </a:solidFill>
              </a:rPr>
              <a:t>Date Bankruptcy Filed</a:t>
            </a:r>
            <a:endParaRPr lang="en-IN" sz="1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85AD449-0BF5-466D-9F46-841161BF0DFE}"/>
              </a:ext>
            </a:extLst>
          </p:cNvPr>
          <p:cNvSpPr/>
          <p:nvPr/>
        </p:nvSpPr>
        <p:spPr>
          <a:xfrm>
            <a:off x="4793643" y="4481194"/>
            <a:ext cx="2664000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If bankruptcy , Date Calendar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98A9117-B5B3-4488-B1E5-533EEBB8D2A1}"/>
              </a:ext>
            </a:extLst>
          </p:cNvPr>
          <p:cNvSpPr/>
          <p:nvPr/>
        </p:nvSpPr>
        <p:spPr>
          <a:xfrm>
            <a:off x="831451" y="2787490"/>
            <a:ext cx="2664000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Yes / No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C130648-8404-4168-A51D-389354F3CBDA}"/>
              </a:ext>
            </a:extLst>
          </p:cNvPr>
          <p:cNvSpPr/>
          <p:nvPr/>
        </p:nvSpPr>
        <p:spPr>
          <a:xfrm>
            <a:off x="864950" y="3271144"/>
            <a:ext cx="318863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If yes, Convicted with Offense, then explain</a:t>
            </a:r>
            <a:endParaRPr lang="en-IN" sz="1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759EA6-8FEF-4128-9EA1-8E4902929573}"/>
              </a:ext>
            </a:extLst>
          </p:cNvPr>
          <p:cNvSpPr/>
          <p:nvPr/>
        </p:nvSpPr>
        <p:spPr>
          <a:xfrm>
            <a:off x="864950" y="3550860"/>
            <a:ext cx="10107067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If convicted of any offence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A7AD7CF-25FF-4D26-9577-263AD4D3987C}"/>
              </a:ext>
            </a:extLst>
          </p:cNvPr>
          <p:cNvSpPr/>
          <p:nvPr/>
        </p:nvSpPr>
        <p:spPr>
          <a:xfrm>
            <a:off x="94000" y="2287947"/>
            <a:ext cx="12003999" cy="3996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FE1F419-83AA-4541-A592-A6E8088C5076}"/>
              </a:ext>
            </a:extLst>
          </p:cNvPr>
          <p:cNvGrpSpPr/>
          <p:nvPr/>
        </p:nvGrpSpPr>
        <p:grpSpPr>
          <a:xfrm>
            <a:off x="161365" y="1814669"/>
            <a:ext cx="11788228" cy="446281"/>
            <a:chOff x="443314" y="4235140"/>
            <a:chExt cx="10439219" cy="446281"/>
          </a:xfrm>
        </p:grpSpPr>
        <p:sp>
          <p:nvSpPr>
            <p:cNvPr id="42" name="Rectangle: Top Corners One Rounded and One Snipped 41">
              <a:extLst>
                <a:ext uri="{FF2B5EF4-FFF2-40B4-BE49-F238E27FC236}">
                  <a16:creationId xmlns:a16="http://schemas.microsoft.com/office/drawing/2014/main" id="{333405EF-23D0-471C-95DC-1656CA5CE2E3}"/>
                </a:ext>
              </a:extLst>
            </p:cNvPr>
            <p:cNvSpPr/>
            <p:nvPr/>
          </p:nvSpPr>
          <p:spPr>
            <a:xfrm>
              <a:off x="44331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Contact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43" name="Rectangle: Top Corners One Rounded and One Snipped 42">
              <a:extLst>
                <a:ext uri="{FF2B5EF4-FFF2-40B4-BE49-F238E27FC236}">
                  <a16:creationId xmlns:a16="http://schemas.microsoft.com/office/drawing/2014/main" id="{E52C9232-F20A-438B-85DC-4ADC687C4AF5}"/>
                </a:ext>
              </a:extLst>
            </p:cNvPr>
            <p:cNvSpPr/>
            <p:nvPr/>
          </p:nvSpPr>
          <p:spPr>
            <a:xfrm>
              <a:off x="3939520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Co-Applicants</a:t>
              </a:r>
            </a:p>
          </p:txBody>
        </p:sp>
        <p:sp>
          <p:nvSpPr>
            <p:cNvPr id="44" name="Rectangle: Top Corners One Rounded and One Snipped 43">
              <a:extLst>
                <a:ext uri="{FF2B5EF4-FFF2-40B4-BE49-F238E27FC236}">
                  <a16:creationId xmlns:a16="http://schemas.microsoft.com/office/drawing/2014/main" id="{929B4949-3544-477E-BFAE-1E6868A466D9}"/>
                </a:ext>
              </a:extLst>
            </p:cNvPr>
            <p:cNvSpPr/>
            <p:nvPr/>
          </p:nvSpPr>
          <p:spPr>
            <a:xfrm>
              <a:off x="9766533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Real Estate</a:t>
              </a:r>
            </a:p>
          </p:txBody>
        </p:sp>
        <p:sp>
          <p:nvSpPr>
            <p:cNvPr id="45" name="Rectangle: Top Corners One Rounded and One Snipped 44">
              <a:extLst>
                <a:ext uri="{FF2B5EF4-FFF2-40B4-BE49-F238E27FC236}">
                  <a16:creationId xmlns:a16="http://schemas.microsoft.com/office/drawing/2014/main" id="{49AFA2CF-06CF-4DB1-963A-4E000E302FDB}"/>
                </a:ext>
              </a:extLst>
            </p:cNvPr>
            <p:cNvSpPr/>
            <p:nvPr/>
          </p:nvSpPr>
          <p:spPr>
            <a:xfrm>
              <a:off x="160871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Personal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46" name="Rectangle: Top Corners One Rounded and One Snipped 45">
              <a:extLst>
                <a:ext uri="{FF2B5EF4-FFF2-40B4-BE49-F238E27FC236}">
                  <a16:creationId xmlns:a16="http://schemas.microsoft.com/office/drawing/2014/main" id="{98F74876-DE6F-4726-87F0-68EB3FD87B46}"/>
                </a:ext>
              </a:extLst>
            </p:cNvPr>
            <p:cNvSpPr/>
            <p:nvPr/>
          </p:nvSpPr>
          <p:spPr>
            <a:xfrm>
              <a:off x="277411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Employment</a:t>
              </a:r>
            </a:p>
          </p:txBody>
        </p:sp>
        <p:sp>
          <p:nvSpPr>
            <p:cNvPr id="47" name="Rectangle: Top Corners One Rounded and One Snipped 46">
              <a:extLst>
                <a:ext uri="{FF2B5EF4-FFF2-40B4-BE49-F238E27FC236}">
                  <a16:creationId xmlns:a16="http://schemas.microsoft.com/office/drawing/2014/main" id="{CD16E470-05E7-4BBE-A13C-4EDD833B7EE5}"/>
                </a:ext>
              </a:extLst>
            </p:cNvPr>
            <p:cNvSpPr/>
            <p:nvPr/>
          </p:nvSpPr>
          <p:spPr>
            <a:xfrm>
              <a:off x="5104922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Financial</a:t>
              </a:r>
            </a:p>
          </p:txBody>
        </p:sp>
        <p:sp>
          <p:nvSpPr>
            <p:cNvPr id="48" name="Rectangle: Top Corners One Rounded and One Snipped 47">
              <a:extLst>
                <a:ext uri="{FF2B5EF4-FFF2-40B4-BE49-F238E27FC236}">
                  <a16:creationId xmlns:a16="http://schemas.microsoft.com/office/drawing/2014/main" id="{6AFAE4C7-B087-45A2-940C-6428A4C4334B}"/>
                </a:ext>
              </a:extLst>
            </p:cNvPr>
            <p:cNvSpPr/>
            <p:nvPr/>
          </p:nvSpPr>
          <p:spPr>
            <a:xfrm>
              <a:off x="627032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Related Questions</a:t>
              </a:r>
            </a:p>
          </p:txBody>
        </p:sp>
        <p:sp>
          <p:nvSpPr>
            <p:cNvPr id="49" name="Rectangle: Top Corners One Rounded and One Snipped 48">
              <a:extLst>
                <a:ext uri="{FF2B5EF4-FFF2-40B4-BE49-F238E27FC236}">
                  <a16:creationId xmlns:a16="http://schemas.microsoft.com/office/drawing/2014/main" id="{115B1D34-C3E8-41BD-98D1-B815DB28B3F4}"/>
                </a:ext>
              </a:extLst>
            </p:cNvPr>
            <p:cNvSpPr/>
            <p:nvPr/>
          </p:nvSpPr>
          <p:spPr>
            <a:xfrm>
              <a:off x="743572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Other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Questions</a:t>
              </a:r>
            </a:p>
          </p:txBody>
        </p:sp>
        <p:sp>
          <p:nvSpPr>
            <p:cNvPr id="50" name="Rectangle: Top Corners One Rounded and One Snipped 49">
              <a:extLst>
                <a:ext uri="{FF2B5EF4-FFF2-40B4-BE49-F238E27FC236}">
                  <a16:creationId xmlns:a16="http://schemas.microsoft.com/office/drawing/2014/main" id="{8E44804B-0559-41D6-BAD0-333F00DD9DAD}"/>
                </a:ext>
              </a:extLst>
            </p:cNvPr>
            <p:cNvSpPr/>
            <p:nvPr/>
          </p:nvSpPr>
          <p:spPr>
            <a:xfrm>
              <a:off x="860112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Preferred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Location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F92AEB4-E1CE-400A-B601-B46E12A23EA3}"/>
              </a:ext>
            </a:extLst>
          </p:cNvPr>
          <p:cNvSpPr/>
          <p:nvPr/>
        </p:nvSpPr>
        <p:spPr>
          <a:xfrm>
            <a:off x="7981226" y="2421668"/>
            <a:ext cx="37301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242424"/>
                </a:solidFill>
              </a:rPr>
              <a:t>Have you ever been convicted of any offense (including misdemeanors for which you have fined $ 200 or more)?</a:t>
            </a:r>
            <a:endParaRPr lang="en-IN" sz="12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3ECD542-657D-45E7-8CD4-E823EA281820}"/>
              </a:ext>
            </a:extLst>
          </p:cNvPr>
          <p:cNvSpPr/>
          <p:nvPr/>
        </p:nvSpPr>
        <p:spPr>
          <a:xfrm>
            <a:off x="8311149" y="2886050"/>
            <a:ext cx="2664000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Yes / No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300921-C367-441B-8EFF-B86196734B02}"/>
              </a:ext>
            </a:extLst>
          </p:cNvPr>
          <p:cNvSpPr/>
          <p:nvPr/>
        </p:nvSpPr>
        <p:spPr>
          <a:xfrm>
            <a:off x="853090" y="4172220"/>
            <a:ext cx="25703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242424"/>
                </a:solidFill>
                <a:latin typeface="Segoe UI" panose="020B0502040204020203" pitchFamily="34" charset="0"/>
              </a:rPr>
              <a:t>Have you ever filed for bankruptcy?</a:t>
            </a:r>
            <a:endParaRPr lang="en-IN" sz="12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E2CFA82-5A01-4D50-9B49-CB11EDD7D122}"/>
              </a:ext>
            </a:extLst>
          </p:cNvPr>
          <p:cNvSpPr/>
          <p:nvPr/>
        </p:nvSpPr>
        <p:spPr>
          <a:xfrm>
            <a:off x="853090" y="4481194"/>
            <a:ext cx="2664000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Yes / No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551A44D-F41F-469D-8B18-EFC6571E0536}"/>
              </a:ext>
            </a:extLst>
          </p:cNvPr>
          <p:cNvSpPr/>
          <p:nvPr/>
        </p:nvSpPr>
        <p:spPr>
          <a:xfrm>
            <a:off x="4425827" y="2437293"/>
            <a:ext cx="287444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323130"/>
                </a:solidFill>
              </a:rPr>
              <a:t>Have you ever been convicted of a felony?</a:t>
            </a:r>
            <a:endParaRPr lang="en-IN" sz="12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D71FA86-31AA-4E67-BCDA-7D95C5910740}"/>
              </a:ext>
            </a:extLst>
          </p:cNvPr>
          <p:cNvSpPr/>
          <p:nvPr/>
        </p:nvSpPr>
        <p:spPr>
          <a:xfrm>
            <a:off x="4425827" y="2717009"/>
            <a:ext cx="2664000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Yes / No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873859D-F652-4FBF-B0ED-358B1B8BF03A}"/>
              </a:ext>
            </a:extLst>
          </p:cNvPr>
          <p:cNvSpPr/>
          <p:nvPr/>
        </p:nvSpPr>
        <p:spPr>
          <a:xfrm>
            <a:off x="8308018" y="4172220"/>
            <a:ext cx="18619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323130"/>
                </a:solidFill>
              </a:rPr>
              <a:t>Date Bankruptcy Discharge</a:t>
            </a:r>
            <a:endParaRPr lang="en-IN" sz="12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AD2DC70-2B24-4A9A-871D-4F392C9B91DF}"/>
              </a:ext>
            </a:extLst>
          </p:cNvPr>
          <p:cNvSpPr/>
          <p:nvPr/>
        </p:nvSpPr>
        <p:spPr>
          <a:xfrm>
            <a:off x="8308018" y="4481194"/>
            <a:ext cx="2664000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If Bankruptcy, Date Calendar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278BB85-8841-4004-A00E-49D05269131C}"/>
              </a:ext>
            </a:extLst>
          </p:cNvPr>
          <p:cNvSpPr/>
          <p:nvPr/>
        </p:nvSpPr>
        <p:spPr>
          <a:xfrm>
            <a:off x="780038" y="5526521"/>
            <a:ext cx="8818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323130"/>
                </a:solidFill>
              </a:rPr>
              <a:t>Question 1</a:t>
            </a:r>
            <a:endParaRPr lang="en-IN" sz="12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FACFE15-93EB-4E74-BD5E-50DABBDE029B}"/>
              </a:ext>
            </a:extLst>
          </p:cNvPr>
          <p:cNvSpPr/>
          <p:nvPr/>
        </p:nvSpPr>
        <p:spPr>
          <a:xfrm>
            <a:off x="4655985" y="5526521"/>
            <a:ext cx="8818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323130"/>
                </a:solidFill>
              </a:rPr>
              <a:t>Question 2</a:t>
            </a:r>
            <a:endParaRPr lang="en-IN" sz="12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5125F21-4A19-45BD-B271-5FF02ABC607D}"/>
              </a:ext>
            </a:extLst>
          </p:cNvPr>
          <p:cNvSpPr/>
          <p:nvPr/>
        </p:nvSpPr>
        <p:spPr>
          <a:xfrm>
            <a:off x="8316511" y="5526521"/>
            <a:ext cx="8818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323130"/>
                </a:solidFill>
              </a:rPr>
              <a:t>Question 3</a:t>
            </a:r>
            <a:endParaRPr lang="en-IN" sz="1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46F1FDC-C385-4C54-A5F1-5270C122A1F1}"/>
              </a:ext>
            </a:extLst>
          </p:cNvPr>
          <p:cNvSpPr/>
          <p:nvPr/>
        </p:nvSpPr>
        <p:spPr>
          <a:xfrm>
            <a:off x="856199" y="5781563"/>
            <a:ext cx="2664000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F397A4E-258F-42B3-9C7C-E0D01AB2BA02}"/>
              </a:ext>
            </a:extLst>
          </p:cNvPr>
          <p:cNvSpPr/>
          <p:nvPr/>
        </p:nvSpPr>
        <p:spPr>
          <a:xfrm>
            <a:off x="4773776" y="5781563"/>
            <a:ext cx="2664000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0199BC2-FA12-4A8F-A1E0-6C3598D0BAA8}"/>
              </a:ext>
            </a:extLst>
          </p:cNvPr>
          <p:cNvSpPr/>
          <p:nvPr/>
        </p:nvSpPr>
        <p:spPr>
          <a:xfrm>
            <a:off x="8368080" y="5781563"/>
            <a:ext cx="2664000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56503A1-A2AB-4A78-8E6A-49007E1ECB84}"/>
              </a:ext>
            </a:extLst>
          </p:cNvPr>
          <p:cNvSpPr/>
          <p:nvPr/>
        </p:nvSpPr>
        <p:spPr>
          <a:xfrm>
            <a:off x="5066929" y="6422424"/>
            <a:ext cx="1323464" cy="3684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Submit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8CA849-7ADB-4E6B-98C5-DE7F2BC24C10}"/>
              </a:ext>
            </a:extLst>
          </p:cNvPr>
          <p:cNvSpPr txBox="1"/>
          <p:nvPr/>
        </p:nvSpPr>
        <p:spPr>
          <a:xfrm>
            <a:off x="3451398" y="248322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E9818F8-EC29-4404-BA88-3109F4611E12}"/>
              </a:ext>
            </a:extLst>
          </p:cNvPr>
          <p:cNvSpPr txBox="1"/>
          <p:nvPr/>
        </p:nvSpPr>
        <p:spPr>
          <a:xfrm>
            <a:off x="11581815" y="258113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47E41F0-0691-419C-86C6-2D7AFE0338C7}"/>
              </a:ext>
            </a:extLst>
          </p:cNvPr>
          <p:cNvSpPr txBox="1"/>
          <p:nvPr/>
        </p:nvSpPr>
        <p:spPr>
          <a:xfrm>
            <a:off x="3307967" y="415066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745F99-DBC6-40E6-92D3-31390ABC7EC6}"/>
              </a:ext>
            </a:extLst>
          </p:cNvPr>
          <p:cNvSpPr txBox="1"/>
          <p:nvPr/>
        </p:nvSpPr>
        <p:spPr>
          <a:xfrm>
            <a:off x="110823" y="5129951"/>
            <a:ext cx="11987175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323130"/>
                </a:solidFill>
              </a:rPr>
              <a:t>Please list the three main questions you have about this business opportunity.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9DF916-3B00-4B13-B568-3A04F60D409B}"/>
              </a:ext>
            </a:extLst>
          </p:cNvPr>
          <p:cNvSpPr/>
          <p:nvPr/>
        </p:nvSpPr>
        <p:spPr>
          <a:xfrm>
            <a:off x="749468" y="6419929"/>
            <a:ext cx="37056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i="1" dirty="0">
                <a:solidFill>
                  <a:srgbClr val="333333"/>
                </a:solidFill>
                <a:latin typeface="Segoe UI" panose="020B0502040204020203" pitchFamily="34" charset="0"/>
              </a:rPr>
              <a:t>Note: all </a:t>
            </a:r>
            <a:r>
              <a:rPr lang="en-IN" sz="1400" i="1" dirty="0">
                <a:solidFill>
                  <a:srgbClr val="FF0000"/>
                </a:solidFill>
                <a:latin typeface="Segoe UI" panose="020B0502040204020203" pitchFamily="34" charset="0"/>
              </a:rPr>
              <a:t>*</a:t>
            </a:r>
            <a:r>
              <a:rPr lang="en-IN" sz="1400" i="1" dirty="0">
                <a:solidFill>
                  <a:srgbClr val="333333"/>
                </a:solidFill>
                <a:latin typeface="Segoe UI" panose="020B0502040204020203" pitchFamily="34" charset="0"/>
              </a:rPr>
              <a:t> marked fields are mandatory to fill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2335826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47BBCC2-11D5-4CFF-80A7-2F391657A46C}"/>
              </a:ext>
            </a:extLst>
          </p:cNvPr>
          <p:cNvGrpSpPr/>
          <p:nvPr/>
        </p:nvGrpSpPr>
        <p:grpSpPr>
          <a:xfrm>
            <a:off x="0" y="0"/>
            <a:ext cx="12192000" cy="1131013"/>
            <a:chOff x="611905" y="635026"/>
            <a:chExt cx="11266330" cy="9621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FE4783C-EB9C-4B75-82A0-8C8FBD6E0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905" y="635026"/>
              <a:ext cx="6182588" cy="96215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9C610A-A7CA-4B8B-A90E-19611F35F32E}"/>
                </a:ext>
              </a:extLst>
            </p:cNvPr>
            <p:cNvSpPr/>
            <p:nvPr/>
          </p:nvSpPr>
          <p:spPr>
            <a:xfrm>
              <a:off x="6777319" y="635026"/>
              <a:ext cx="5100916" cy="951727"/>
            </a:xfrm>
            <a:prstGeom prst="rect">
              <a:avLst/>
            </a:prstGeom>
            <a:solidFill>
              <a:srgbClr val="061B29"/>
            </a:solidFill>
            <a:ln>
              <a:solidFill>
                <a:srgbClr val="061B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4F724E6-1D5C-4990-8465-F0B1A1599C12}"/>
              </a:ext>
            </a:extLst>
          </p:cNvPr>
          <p:cNvSpPr/>
          <p:nvPr/>
        </p:nvSpPr>
        <p:spPr>
          <a:xfrm>
            <a:off x="9244010" y="144033"/>
            <a:ext cx="18556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bg1"/>
                </a:solidFill>
                <a:effectLst/>
                <a:latin typeface="system-ui"/>
              </a:rPr>
              <a:t>Welcome</a:t>
            </a:r>
            <a:endParaRPr lang="en-US" b="0" i="0" dirty="0">
              <a:solidFill>
                <a:schemeClr val="bg1"/>
              </a:solidFill>
              <a:effectLst/>
              <a:latin typeface="system-ui"/>
            </a:endParaRPr>
          </a:p>
          <a:p>
            <a:r>
              <a:rPr lang="en-US" sz="2000" dirty="0">
                <a:solidFill>
                  <a:schemeClr val="bg1"/>
                </a:solidFill>
                <a:latin typeface="system-ui"/>
              </a:rPr>
              <a:t>User Name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AB58B0-A36D-44C9-B2CC-9F758F1BF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2111" y="213659"/>
            <a:ext cx="607482" cy="6074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C0D74F-E5BB-4617-9EC3-E818AF146A9B}"/>
              </a:ext>
            </a:extLst>
          </p:cNvPr>
          <p:cNvSpPr txBox="1"/>
          <p:nvPr/>
        </p:nvSpPr>
        <p:spPr>
          <a:xfrm>
            <a:off x="9745912" y="1147743"/>
            <a:ext cx="11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My Profile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76C39C-4BF6-4DF0-8155-A202ECD52C87}"/>
              </a:ext>
            </a:extLst>
          </p:cNvPr>
          <p:cNvSpPr txBox="1"/>
          <p:nvPr/>
        </p:nvSpPr>
        <p:spPr>
          <a:xfrm>
            <a:off x="11063844" y="1147743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Sign out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A64D17-C4BF-40D4-9CF6-15833C4D2D4A}"/>
              </a:ext>
            </a:extLst>
          </p:cNvPr>
          <p:cNvSpPr txBox="1"/>
          <p:nvPr/>
        </p:nvSpPr>
        <p:spPr>
          <a:xfrm>
            <a:off x="7489773" y="1147743"/>
            <a:ext cx="2116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Prospect Application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92E5B8-9B52-4B3C-8E78-2A89C7CFB03E}"/>
              </a:ext>
            </a:extLst>
          </p:cNvPr>
          <p:cNvSpPr txBox="1"/>
          <p:nvPr/>
        </p:nvSpPr>
        <p:spPr>
          <a:xfrm>
            <a:off x="364569" y="1401179"/>
            <a:ext cx="221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Prospect Application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F6B549-3F4B-48D1-80B7-DF7966C3BC8B}"/>
              </a:ext>
            </a:extLst>
          </p:cNvPr>
          <p:cNvSpPr/>
          <p:nvPr/>
        </p:nvSpPr>
        <p:spPr>
          <a:xfrm>
            <a:off x="686461" y="2534352"/>
            <a:ext cx="23175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Other facts you want us to know</a:t>
            </a:r>
            <a:endParaRPr lang="en-US" sz="1200" i="0" dirty="0">
              <a:solidFill>
                <a:srgbClr val="323130"/>
              </a:solidFill>
              <a:effectLst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754C2E-FE86-4B2D-AAAC-76750DF6F0C6}"/>
              </a:ext>
            </a:extLst>
          </p:cNvPr>
          <p:cNvSpPr/>
          <p:nvPr/>
        </p:nvSpPr>
        <p:spPr>
          <a:xfrm>
            <a:off x="686461" y="4703887"/>
            <a:ext cx="19328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Personal / Personality Style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329464-E9A4-45B0-9C51-A8DE2E9C9EC6}"/>
              </a:ext>
            </a:extLst>
          </p:cNvPr>
          <p:cNvSpPr/>
          <p:nvPr/>
        </p:nvSpPr>
        <p:spPr>
          <a:xfrm>
            <a:off x="686461" y="3236190"/>
            <a:ext cx="15119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Goal and Aspirations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0259DC-758F-44A7-90A0-329E4C941BE6}"/>
              </a:ext>
            </a:extLst>
          </p:cNvPr>
          <p:cNvSpPr/>
          <p:nvPr/>
        </p:nvSpPr>
        <p:spPr>
          <a:xfrm>
            <a:off x="686461" y="5441617"/>
            <a:ext cx="41667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323130"/>
                </a:solidFill>
              </a:rPr>
              <a:t>Why are you applying to become a franchise during this period?</a:t>
            </a:r>
            <a:endParaRPr lang="en-IN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307968F-0D32-4095-BB9A-2805DDD3A5A9}"/>
              </a:ext>
            </a:extLst>
          </p:cNvPr>
          <p:cNvSpPr/>
          <p:nvPr/>
        </p:nvSpPr>
        <p:spPr>
          <a:xfrm>
            <a:off x="686461" y="3954277"/>
            <a:ext cx="13567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323130"/>
                </a:solidFill>
              </a:rPr>
              <a:t>Other Information</a:t>
            </a:r>
            <a:endParaRPr lang="en-IN" sz="12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66E0E21-3384-405A-8A3F-5217A4CA8F39}"/>
              </a:ext>
            </a:extLst>
          </p:cNvPr>
          <p:cNvSpPr/>
          <p:nvPr/>
        </p:nvSpPr>
        <p:spPr>
          <a:xfrm>
            <a:off x="94000" y="2287947"/>
            <a:ext cx="12003999" cy="38977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35135FD-8810-463A-88BD-57AFF674F4E3}"/>
              </a:ext>
            </a:extLst>
          </p:cNvPr>
          <p:cNvGrpSpPr/>
          <p:nvPr/>
        </p:nvGrpSpPr>
        <p:grpSpPr>
          <a:xfrm>
            <a:off x="161365" y="1814669"/>
            <a:ext cx="11788228" cy="446281"/>
            <a:chOff x="443314" y="4235140"/>
            <a:chExt cx="10439219" cy="446281"/>
          </a:xfrm>
        </p:grpSpPr>
        <p:sp>
          <p:nvSpPr>
            <p:cNvPr id="61" name="Rectangle: Top Corners One Rounded and One Snipped 60">
              <a:extLst>
                <a:ext uri="{FF2B5EF4-FFF2-40B4-BE49-F238E27FC236}">
                  <a16:creationId xmlns:a16="http://schemas.microsoft.com/office/drawing/2014/main" id="{77172CAE-F41B-486D-A6D5-7799CF8580B5}"/>
                </a:ext>
              </a:extLst>
            </p:cNvPr>
            <p:cNvSpPr/>
            <p:nvPr/>
          </p:nvSpPr>
          <p:spPr>
            <a:xfrm>
              <a:off x="44331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Contact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62" name="Rectangle: Top Corners One Rounded and One Snipped 61">
              <a:extLst>
                <a:ext uri="{FF2B5EF4-FFF2-40B4-BE49-F238E27FC236}">
                  <a16:creationId xmlns:a16="http://schemas.microsoft.com/office/drawing/2014/main" id="{314C8513-A52F-40FA-A084-197A91B905A4}"/>
                </a:ext>
              </a:extLst>
            </p:cNvPr>
            <p:cNvSpPr/>
            <p:nvPr/>
          </p:nvSpPr>
          <p:spPr>
            <a:xfrm>
              <a:off x="3939520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Co-Applicants</a:t>
              </a:r>
            </a:p>
          </p:txBody>
        </p:sp>
        <p:sp>
          <p:nvSpPr>
            <p:cNvPr id="63" name="Rectangle: Top Corners One Rounded and One Snipped 62">
              <a:extLst>
                <a:ext uri="{FF2B5EF4-FFF2-40B4-BE49-F238E27FC236}">
                  <a16:creationId xmlns:a16="http://schemas.microsoft.com/office/drawing/2014/main" id="{4234CFED-153C-46A7-BEF1-CA3A43F57D12}"/>
                </a:ext>
              </a:extLst>
            </p:cNvPr>
            <p:cNvSpPr/>
            <p:nvPr/>
          </p:nvSpPr>
          <p:spPr>
            <a:xfrm>
              <a:off x="9766533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Real Estate</a:t>
              </a:r>
            </a:p>
          </p:txBody>
        </p:sp>
        <p:sp>
          <p:nvSpPr>
            <p:cNvPr id="64" name="Rectangle: Top Corners One Rounded and One Snipped 63">
              <a:extLst>
                <a:ext uri="{FF2B5EF4-FFF2-40B4-BE49-F238E27FC236}">
                  <a16:creationId xmlns:a16="http://schemas.microsoft.com/office/drawing/2014/main" id="{79239311-0AF5-453A-8CF5-56AD3232A8B9}"/>
                </a:ext>
              </a:extLst>
            </p:cNvPr>
            <p:cNvSpPr/>
            <p:nvPr/>
          </p:nvSpPr>
          <p:spPr>
            <a:xfrm>
              <a:off x="160871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Personal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65" name="Rectangle: Top Corners One Rounded and One Snipped 64">
              <a:extLst>
                <a:ext uri="{FF2B5EF4-FFF2-40B4-BE49-F238E27FC236}">
                  <a16:creationId xmlns:a16="http://schemas.microsoft.com/office/drawing/2014/main" id="{37C9D6FD-B888-4807-B65B-2EB46E0CD666}"/>
                </a:ext>
              </a:extLst>
            </p:cNvPr>
            <p:cNvSpPr/>
            <p:nvPr/>
          </p:nvSpPr>
          <p:spPr>
            <a:xfrm>
              <a:off x="277411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Employment</a:t>
              </a:r>
            </a:p>
          </p:txBody>
        </p:sp>
        <p:sp>
          <p:nvSpPr>
            <p:cNvPr id="66" name="Rectangle: Top Corners One Rounded and One Snipped 65">
              <a:extLst>
                <a:ext uri="{FF2B5EF4-FFF2-40B4-BE49-F238E27FC236}">
                  <a16:creationId xmlns:a16="http://schemas.microsoft.com/office/drawing/2014/main" id="{DE99F266-D293-4664-9573-4DF7B7BA0015}"/>
                </a:ext>
              </a:extLst>
            </p:cNvPr>
            <p:cNvSpPr/>
            <p:nvPr/>
          </p:nvSpPr>
          <p:spPr>
            <a:xfrm>
              <a:off x="5104922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Financial</a:t>
              </a:r>
            </a:p>
          </p:txBody>
        </p:sp>
        <p:sp>
          <p:nvSpPr>
            <p:cNvPr id="67" name="Rectangle: Top Corners One Rounded and One Snipped 66">
              <a:extLst>
                <a:ext uri="{FF2B5EF4-FFF2-40B4-BE49-F238E27FC236}">
                  <a16:creationId xmlns:a16="http://schemas.microsoft.com/office/drawing/2014/main" id="{49BE594A-41AC-4B7B-8A4C-3C67FB22E45F}"/>
                </a:ext>
              </a:extLst>
            </p:cNvPr>
            <p:cNvSpPr/>
            <p:nvPr/>
          </p:nvSpPr>
          <p:spPr>
            <a:xfrm>
              <a:off x="627032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Related Questions</a:t>
              </a:r>
            </a:p>
          </p:txBody>
        </p:sp>
        <p:sp>
          <p:nvSpPr>
            <p:cNvPr id="68" name="Rectangle: Top Corners One Rounded and One Snipped 67">
              <a:extLst>
                <a:ext uri="{FF2B5EF4-FFF2-40B4-BE49-F238E27FC236}">
                  <a16:creationId xmlns:a16="http://schemas.microsoft.com/office/drawing/2014/main" id="{D289805D-6D2B-4358-9A7C-4026CA23D7A1}"/>
                </a:ext>
              </a:extLst>
            </p:cNvPr>
            <p:cNvSpPr/>
            <p:nvPr/>
          </p:nvSpPr>
          <p:spPr>
            <a:xfrm>
              <a:off x="743572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Other </a:t>
              </a:r>
            </a:p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Questions</a:t>
              </a:r>
            </a:p>
          </p:txBody>
        </p:sp>
        <p:sp>
          <p:nvSpPr>
            <p:cNvPr id="69" name="Rectangle: Top Corners One Rounded and One Snipped 68">
              <a:extLst>
                <a:ext uri="{FF2B5EF4-FFF2-40B4-BE49-F238E27FC236}">
                  <a16:creationId xmlns:a16="http://schemas.microsoft.com/office/drawing/2014/main" id="{822CE303-8041-412A-B620-0B2B0EC3DC59}"/>
                </a:ext>
              </a:extLst>
            </p:cNvPr>
            <p:cNvSpPr/>
            <p:nvPr/>
          </p:nvSpPr>
          <p:spPr>
            <a:xfrm>
              <a:off x="860112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Preferred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Location</a:t>
              </a:r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ACA7E0C7-7099-4BEB-A85E-F8BA77F4B32D}"/>
              </a:ext>
            </a:extLst>
          </p:cNvPr>
          <p:cNvSpPr/>
          <p:nvPr/>
        </p:nvSpPr>
        <p:spPr>
          <a:xfrm>
            <a:off x="5066929" y="6422424"/>
            <a:ext cx="1323464" cy="3684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Submit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94FEA9-98FE-44AC-91D3-3585836B6ABA}"/>
              </a:ext>
            </a:extLst>
          </p:cNvPr>
          <p:cNvSpPr/>
          <p:nvPr/>
        </p:nvSpPr>
        <p:spPr>
          <a:xfrm>
            <a:off x="815020" y="4224240"/>
            <a:ext cx="10116534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FA06768-F2A7-4837-90EA-417C859FB694}"/>
              </a:ext>
            </a:extLst>
          </p:cNvPr>
          <p:cNvSpPr/>
          <p:nvPr/>
        </p:nvSpPr>
        <p:spPr>
          <a:xfrm>
            <a:off x="815020" y="4982137"/>
            <a:ext cx="10116534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615A5C-FE5A-46D9-B8F4-93DEAE280498}"/>
              </a:ext>
            </a:extLst>
          </p:cNvPr>
          <p:cNvSpPr/>
          <p:nvPr/>
        </p:nvSpPr>
        <p:spPr>
          <a:xfrm>
            <a:off x="815020" y="2797454"/>
            <a:ext cx="10116534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A2241F-6AC5-4D82-8059-5EBB9A8A29C2}"/>
              </a:ext>
            </a:extLst>
          </p:cNvPr>
          <p:cNvSpPr/>
          <p:nvPr/>
        </p:nvSpPr>
        <p:spPr>
          <a:xfrm>
            <a:off x="815020" y="3495259"/>
            <a:ext cx="10116534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0DA51C7-568F-4396-B848-1F9560FB8B9B}"/>
              </a:ext>
            </a:extLst>
          </p:cNvPr>
          <p:cNvSpPr/>
          <p:nvPr/>
        </p:nvSpPr>
        <p:spPr>
          <a:xfrm>
            <a:off x="815020" y="5710300"/>
            <a:ext cx="10116534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i="1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E3A76D2-4A8B-4725-A3B3-B5713C84AA53}"/>
              </a:ext>
            </a:extLst>
          </p:cNvPr>
          <p:cNvSpPr/>
          <p:nvPr/>
        </p:nvSpPr>
        <p:spPr>
          <a:xfrm>
            <a:off x="749468" y="6419929"/>
            <a:ext cx="37056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i="1" dirty="0">
                <a:solidFill>
                  <a:srgbClr val="333333"/>
                </a:solidFill>
                <a:latin typeface="Segoe UI" panose="020B0502040204020203" pitchFamily="34" charset="0"/>
              </a:rPr>
              <a:t>Note: all </a:t>
            </a:r>
            <a:r>
              <a:rPr lang="en-IN" sz="1400" i="1" dirty="0">
                <a:solidFill>
                  <a:srgbClr val="FF0000"/>
                </a:solidFill>
                <a:latin typeface="Segoe UI" panose="020B0502040204020203" pitchFamily="34" charset="0"/>
              </a:rPr>
              <a:t>*</a:t>
            </a:r>
            <a:r>
              <a:rPr lang="en-IN" sz="1400" i="1" dirty="0">
                <a:solidFill>
                  <a:srgbClr val="333333"/>
                </a:solidFill>
                <a:latin typeface="Segoe UI" panose="020B0502040204020203" pitchFamily="34" charset="0"/>
              </a:rPr>
              <a:t> marked fields are mandatory to fill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3771671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E9163DBF-ACD9-42BE-9233-3805BB606DAA}"/>
              </a:ext>
            </a:extLst>
          </p:cNvPr>
          <p:cNvSpPr txBox="1"/>
          <p:nvPr/>
        </p:nvSpPr>
        <p:spPr>
          <a:xfrm>
            <a:off x="558915" y="2738437"/>
            <a:ext cx="1093383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Preferred Location 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47BBCC2-11D5-4CFF-80A7-2F391657A46C}"/>
              </a:ext>
            </a:extLst>
          </p:cNvPr>
          <p:cNvGrpSpPr/>
          <p:nvPr/>
        </p:nvGrpSpPr>
        <p:grpSpPr>
          <a:xfrm>
            <a:off x="0" y="0"/>
            <a:ext cx="12192000" cy="1131013"/>
            <a:chOff x="611905" y="635026"/>
            <a:chExt cx="11266330" cy="9621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FE4783C-EB9C-4B75-82A0-8C8FBD6E0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905" y="635026"/>
              <a:ext cx="6182588" cy="96215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9C610A-A7CA-4B8B-A90E-19611F35F32E}"/>
                </a:ext>
              </a:extLst>
            </p:cNvPr>
            <p:cNvSpPr/>
            <p:nvPr/>
          </p:nvSpPr>
          <p:spPr>
            <a:xfrm>
              <a:off x="6777319" y="635026"/>
              <a:ext cx="5100916" cy="951727"/>
            </a:xfrm>
            <a:prstGeom prst="rect">
              <a:avLst/>
            </a:prstGeom>
            <a:solidFill>
              <a:srgbClr val="061B29"/>
            </a:solidFill>
            <a:ln>
              <a:solidFill>
                <a:srgbClr val="061B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4F724E6-1D5C-4990-8465-F0B1A1599C12}"/>
              </a:ext>
            </a:extLst>
          </p:cNvPr>
          <p:cNvSpPr/>
          <p:nvPr/>
        </p:nvSpPr>
        <p:spPr>
          <a:xfrm>
            <a:off x="9244010" y="144033"/>
            <a:ext cx="18556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bg1"/>
                </a:solidFill>
                <a:effectLst/>
                <a:latin typeface="system-ui"/>
              </a:rPr>
              <a:t>Welcome</a:t>
            </a:r>
            <a:endParaRPr lang="en-US" b="0" i="0" dirty="0">
              <a:solidFill>
                <a:schemeClr val="bg1"/>
              </a:solidFill>
              <a:effectLst/>
              <a:latin typeface="system-ui"/>
            </a:endParaRPr>
          </a:p>
          <a:p>
            <a:r>
              <a:rPr lang="en-US" sz="2000" dirty="0">
                <a:solidFill>
                  <a:schemeClr val="bg1"/>
                </a:solidFill>
                <a:latin typeface="system-ui"/>
              </a:rPr>
              <a:t>User Name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AB58B0-A36D-44C9-B2CC-9F758F1BF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2111" y="213659"/>
            <a:ext cx="607482" cy="6074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C0D74F-E5BB-4617-9EC3-E818AF146A9B}"/>
              </a:ext>
            </a:extLst>
          </p:cNvPr>
          <p:cNvSpPr txBox="1"/>
          <p:nvPr/>
        </p:nvSpPr>
        <p:spPr>
          <a:xfrm>
            <a:off x="9745912" y="1147743"/>
            <a:ext cx="11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My Profile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76C39C-4BF6-4DF0-8155-A202ECD52C87}"/>
              </a:ext>
            </a:extLst>
          </p:cNvPr>
          <p:cNvSpPr txBox="1"/>
          <p:nvPr/>
        </p:nvSpPr>
        <p:spPr>
          <a:xfrm>
            <a:off x="11063844" y="1147743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Sign out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A64D17-C4BF-40D4-9CF6-15833C4D2D4A}"/>
              </a:ext>
            </a:extLst>
          </p:cNvPr>
          <p:cNvSpPr txBox="1"/>
          <p:nvPr/>
        </p:nvSpPr>
        <p:spPr>
          <a:xfrm>
            <a:off x="7489773" y="1147743"/>
            <a:ext cx="2116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Prospect Application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92E5B8-9B52-4B3C-8E78-2A89C7CFB03E}"/>
              </a:ext>
            </a:extLst>
          </p:cNvPr>
          <p:cNvSpPr txBox="1"/>
          <p:nvPr/>
        </p:nvSpPr>
        <p:spPr>
          <a:xfrm>
            <a:off x="364569" y="1401179"/>
            <a:ext cx="221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Prospect Application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754C2E-FE86-4B2D-AAAC-76750DF6F0C6}"/>
              </a:ext>
            </a:extLst>
          </p:cNvPr>
          <p:cNvSpPr/>
          <p:nvPr/>
        </p:nvSpPr>
        <p:spPr>
          <a:xfrm>
            <a:off x="7916310" y="3013322"/>
            <a:ext cx="4299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City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217144-1EA8-4420-B773-47BF063A8C73}"/>
              </a:ext>
            </a:extLst>
          </p:cNvPr>
          <p:cNvSpPr/>
          <p:nvPr/>
        </p:nvSpPr>
        <p:spPr>
          <a:xfrm>
            <a:off x="1430416" y="3705279"/>
            <a:ext cx="11987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State / Province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329464-E9A4-45B0-9C51-A8DE2E9C9EC6}"/>
              </a:ext>
            </a:extLst>
          </p:cNvPr>
          <p:cNvSpPr/>
          <p:nvPr/>
        </p:nvSpPr>
        <p:spPr>
          <a:xfrm>
            <a:off x="7916310" y="3705279"/>
            <a:ext cx="6953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Country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19215C-9274-4D3F-A944-4814E5C2798A}"/>
              </a:ext>
            </a:extLst>
          </p:cNvPr>
          <p:cNvSpPr/>
          <p:nvPr/>
        </p:nvSpPr>
        <p:spPr>
          <a:xfrm>
            <a:off x="1430416" y="3013322"/>
            <a:ext cx="101874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/>
              <a:t>Address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17CED6-0474-41ED-A8EE-1501793DE692}"/>
              </a:ext>
            </a:extLst>
          </p:cNvPr>
          <p:cNvSpPr/>
          <p:nvPr/>
        </p:nvSpPr>
        <p:spPr>
          <a:xfrm>
            <a:off x="4710210" y="3705279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Zip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6B0024E-7AD1-4645-A417-928DFC4CC7A5}"/>
              </a:ext>
            </a:extLst>
          </p:cNvPr>
          <p:cNvSpPr/>
          <p:nvPr/>
        </p:nvSpPr>
        <p:spPr>
          <a:xfrm>
            <a:off x="1430416" y="3258491"/>
            <a:ext cx="5490785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3D2B053-20D9-437A-918E-EE65CB46FF98}"/>
              </a:ext>
            </a:extLst>
          </p:cNvPr>
          <p:cNvSpPr/>
          <p:nvPr/>
        </p:nvSpPr>
        <p:spPr>
          <a:xfrm>
            <a:off x="7916310" y="3258491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DAA538B-2ADA-42DA-86C7-6C46BD5CDC43}"/>
              </a:ext>
            </a:extLst>
          </p:cNvPr>
          <p:cNvSpPr/>
          <p:nvPr/>
        </p:nvSpPr>
        <p:spPr>
          <a:xfrm>
            <a:off x="1430416" y="3949459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1E822AD-4B86-4792-9E1E-C26085461648}"/>
              </a:ext>
            </a:extLst>
          </p:cNvPr>
          <p:cNvSpPr/>
          <p:nvPr/>
        </p:nvSpPr>
        <p:spPr>
          <a:xfrm>
            <a:off x="4710210" y="3949459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00464ED-2A01-48F5-8850-3ECF124C65AA}"/>
              </a:ext>
            </a:extLst>
          </p:cNvPr>
          <p:cNvSpPr/>
          <p:nvPr/>
        </p:nvSpPr>
        <p:spPr>
          <a:xfrm>
            <a:off x="7916310" y="3949459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7474A37-98E5-4188-866B-3F6EEA40EF39}"/>
              </a:ext>
            </a:extLst>
          </p:cNvPr>
          <p:cNvSpPr/>
          <p:nvPr/>
        </p:nvSpPr>
        <p:spPr>
          <a:xfrm>
            <a:off x="558915" y="2738438"/>
            <a:ext cx="10933836" cy="16421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0819DB3-CD50-4F67-8B6B-5340FA8A7D01}"/>
              </a:ext>
            </a:extLst>
          </p:cNvPr>
          <p:cNvSpPr txBox="1"/>
          <p:nvPr/>
        </p:nvSpPr>
        <p:spPr>
          <a:xfrm>
            <a:off x="558915" y="4382933"/>
            <a:ext cx="1093383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Preferred Location 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B5E4059-6077-4154-B9E4-290AF0F94F76}"/>
              </a:ext>
            </a:extLst>
          </p:cNvPr>
          <p:cNvSpPr/>
          <p:nvPr/>
        </p:nvSpPr>
        <p:spPr>
          <a:xfrm>
            <a:off x="7916310" y="4738503"/>
            <a:ext cx="4299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City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5C09FCF-22DF-4A12-99F5-24DEFF024E8F}"/>
              </a:ext>
            </a:extLst>
          </p:cNvPr>
          <p:cNvSpPr/>
          <p:nvPr/>
        </p:nvSpPr>
        <p:spPr>
          <a:xfrm>
            <a:off x="1430416" y="5430460"/>
            <a:ext cx="11987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State / Province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ACC4792-3EAF-43C5-A738-15F9E1BCD2D9}"/>
              </a:ext>
            </a:extLst>
          </p:cNvPr>
          <p:cNvSpPr/>
          <p:nvPr/>
        </p:nvSpPr>
        <p:spPr>
          <a:xfrm>
            <a:off x="7916310" y="5430460"/>
            <a:ext cx="6953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Country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CD02542-0D0A-4819-9096-3CBBB1C47C1A}"/>
              </a:ext>
            </a:extLst>
          </p:cNvPr>
          <p:cNvSpPr/>
          <p:nvPr/>
        </p:nvSpPr>
        <p:spPr>
          <a:xfrm>
            <a:off x="1430416" y="4738503"/>
            <a:ext cx="101874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/>
              <a:t>Address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D9B70B6-EF92-4A86-9032-8A6FD985E7CC}"/>
              </a:ext>
            </a:extLst>
          </p:cNvPr>
          <p:cNvSpPr/>
          <p:nvPr/>
        </p:nvSpPr>
        <p:spPr>
          <a:xfrm>
            <a:off x="4710210" y="5430460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Zip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6FD60D0-B339-4B4B-A20E-4F9207C13206}"/>
              </a:ext>
            </a:extLst>
          </p:cNvPr>
          <p:cNvSpPr/>
          <p:nvPr/>
        </p:nvSpPr>
        <p:spPr>
          <a:xfrm>
            <a:off x="1430416" y="4983672"/>
            <a:ext cx="5490785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5AB5C92-FB6F-422C-A412-DA474CF7E16A}"/>
              </a:ext>
            </a:extLst>
          </p:cNvPr>
          <p:cNvSpPr/>
          <p:nvPr/>
        </p:nvSpPr>
        <p:spPr>
          <a:xfrm>
            <a:off x="7916310" y="4983672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4BD41AC-B151-4715-B48D-A8B65DFB0DAC}"/>
              </a:ext>
            </a:extLst>
          </p:cNvPr>
          <p:cNvSpPr/>
          <p:nvPr/>
        </p:nvSpPr>
        <p:spPr>
          <a:xfrm>
            <a:off x="1430416" y="5674640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7D2CFB0-58C8-498F-83DC-94A52D9C45EF}"/>
              </a:ext>
            </a:extLst>
          </p:cNvPr>
          <p:cNvSpPr/>
          <p:nvPr/>
        </p:nvSpPr>
        <p:spPr>
          <a:xfrm>
            <a:off x="4710210" y="5674640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4D85AD6-7ECE-4262-AE3E-D524A1E33773}"/>
              </a:ext>
            </a:extLst>
          </p:cNvPr>
          <p:cNvSpPr/>
          <p:nvPr/>
        </p:nvSpPr>
        <p:spPr>
          <a:xfrm>
            <a:off x="7916310" y="5674640"/>
            <a:ext cx="2210991" cy="313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498BEE3-E629-43E8-A581-5914E13EAEA6}"/>
              </a:ext>
            </a:extLst>
          </p:cNvPr>
          <p:cNvSpPr/>
          <p:nvPr/>
        </p:nvSpPr>
        <p:spPr>
          <a:xfrm>
            <a:off x="558915" y="4382934"/>
            <a:ext cx="10933836" cy="17847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D2A5FA-BB33-4BDD-B03A-E73C4430FC75}"/>
              </a:ext>
            </a:extLst>
          </p:cNvPr>
          <p:cNvSpPr txBox="1"/>
          <p:nvPr/>
        </p:nvSpPr>
        <p:spPr>
          <a:xfrm>
            <a:off x="397444" y="2332690"/>
            <a:ext cx="73840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Please list your preferred location(s) where you would like your business to be located:</a:t>
            </a:r>
            <a:endParaRPr lang="en-IN" sz="1600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9760CEC-FE1B-459C-AE51-AB6753CD6991}"/>
              </a:ext>
            </a:extLst>
          </p:cNvPr>
          <p:cNvGrpSpPr/>
          <p:nvPr/>
        </p:nvGrpSpPr>
        <p:grpSpPr>
          <a:xfrm>
            <a:off x="161365" y="1814669"/>
            <a:ext cx="11788228" cy="446281"/>
            <a:chOff x="443314" y="4235140"/>
            <a:chExt cx="10439219" cy="446281"/>
          </a:xfrm>
        </p:grpSpPr>
        <p:sp>
          <p:nvSpPr>
            <p:cNvPr id="62" name="Rectangle: Top Corners One Rounded and One Snipped 61">
              <a:extLst>
                <a:ext uri="{FF2B5EF4-FFF2-40B4-BE49-F238E27FC236}">
                  <a16:creationId xmlns:a16="http://schemas.microsoft.com/office/drawing/2014/main" id="{AC976BC0-28C5-4A08-A4EC-4A954B48B2D8}"/>
                </a:ext>
              </a:extLst>
            </p:cNvPr>
            <p:cNvSpPr/>
            <p:nvPr/>
          </p:nvSpPr>
          <p:spPr>
            <a:xfrm>
              <a:off x="44331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Contact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63" name="Rectangle: Top Corners One Rounded and One Snipped 62">
              <a:extLst>
                <a:ext uri="{FF2B5EF4-FFF2-40B4-BE49-F238E27FC236}">
                  <a16:creationId xmlns:a16="http://schemas.microsoft.com/office/drawing/2014/main" id="{4482CB9A-60C7-470B-B333-9903595E2125}"/>
                </a:ext>
              </a:extLst>
            </p:cNvPr>
            <p:cNvSpPr/>
            <p:nvPr/>
          </p:nvSpPr>
          <p:spPr>
            <a:xfrm>
              <a:off x="3939520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Co-Applicants</a:t>
              </a:r>
            </a:p>
          </p:txBody>
        </p:sp>
        <p:sp>
          <p:nvSpPr>
            <p:cNvPr id="64" name="Rectangle: Top Corners One Rounded and One Snipped 63">
              <a:extLst>
                <a:ext uri="{FF2B5EF4-FFF2-40B4-BE49-F238E27FC236}">
                  <a16:creationId xmlns:a16="http://schemas.microsoft.com/office/drawing/2014/main" id="{EC17B5F4-665C-49C8-B4D6-1F89A4FB4566}"/>
                </a:ext>
              </a:extLst>
            </p:cNvPr>
            <p:cNvSpPr/>
            <p:nvPr/>
          </p:nvSpPr>
          <p:spPr>
            <a:xfrm>
              <a:off x="9766533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Real Estate</a:t>
              </a:r>
            </a:p>
          </p:txBody>
        </p:sp>
        <p:sp>
          <p:nvSpPr>
            <p:cNvPr id="65" name="Rectangle: Top Corners One Rounded and One Snipped 64">
              <a:extLst>
                <a:ext uri="{FF2B5EF4-FFF2-40B4-BE49-F238E27FC236}">
                  <a16:creationId xmlns:a16="http://schemas.microsoft.com/office/drawing/2014/main" id="{D3A10A26-8846-4271-8A47-40081C692F5E}"/>
                </a:ext>
              </a:extLst>
            </p:cNvPr>
            <p:cNvSpPr/>
            <p:nvPr/>
          </p:nvSpPr>
          <p:spPr>
            <a:xfrm>
              <a:off x="160871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Personal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66" name="Rectangle: Top Corners One Rounded and One Snipped 65">
              <a:extLst>
                <a:ext uri="{FF2B5EF4-FFF2-40B4-BE49-F238E27FC236}">
                  <a16:creationId xmlns:a16="http://schemas.microsoft.com/office/drawing/2014/main" id="{3DFFC308-4A8C-4CAD-BE51-3F387961EA36}"/>
                </a:ext>
              </a:extLst>
            </p:cNvPr>
            <p:cNvSpPr/>
            <p:nvPr/>
          </p:nvSpPr>
          <p:spPr>
            <a:xfrm>
              <a:off x="277411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Employment</a:t>
              </a:r>
            </a:p>
          </p:txBody>
        </p:sp>
        <p:sp>
          <p:nvSpPr>
            <p:cNvPr id="67" name="Rectangle: Top Corners One Rounded and One Snipped 66">
              <a:extLst>
                <a:ext uri="{FF2B5EF4-FFF2-40B4-BE49-F238E27FC236}">
                  <a16:creationId xmlns:a16="http://schemas.microsoft.com/office/drawing/2014/main" id="{5E9FBD88-03FF-46BF-8A34-3A0CFFC3A5D0}"/>
                </a:ext>
              </a:extLst>
            </p:cNvPr>
            <p:cNvSpPr/>
            <p:nvPr/>
          </p:nvSpPr>
          <p:spPr>
            <a:xfrm>
              <a:off x="5104922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Financial</a:t>
              </a:r>
            </a:p>
          </p:txBody>
        </p:sp>
        <p:sp>
          <p:nvSpPr>
            <p:cNvPr id="68" name="Rectangle: Top Corners One Rounded and One Snipped 67">
              <a:extLst>
                <a:ext uri="{FF2B5EF4-FFF2-40B4-BE49-F238E27FC236}">
                  <a16:creationId xmlns:a16="http://schemas.microsoft.com/office/drawing/2014/main" id="{2B6836E0-7B50-45F5-9B51-98B19478795B}"/>
                </a:ext>
              </a:extLst>
            </p:cNvPr>
            <p:cNvSpPr/>
            <p:nvPr/>
          </p:nvSpPr>
          <p:spPr>
            <a:xfrm>
              <a:off x="627032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Related Questions</a:t>
              </a:r>
            </a:p>
          </p:txBody>
        </p:sp>
        <p:sp>
          <p:nvSpPr>
            <p:cNvPr id="69" name="Rectangle: Top Corners One Rounded and One Snipped 68">
              <a:extLst>
                <a:ext uri="{FF2B5EF4-FFF2-40B4-BE49-F238E27FC236}">
                  <a16:creationId xmlns:a16="http://schemas.microsoft.com/office/drawing/2014/main" id="{8AAA9135-19CF-4189-87F0-238433ACEC0D}"/>
                </a:ext>
              </a:extLst>
            </p:cNvPr>
            <p:cNvSpPr/>
            <p:nvPr/>
          </p:nvSpPr>
          <p:spPr>
            <a:xfrm>
              <a:off x="743572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Other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Questions</a:t>
              </a:r>
            </a:p>
          </p:txBody>
        </p:sp>
        <p:sp>
          <p:nvSpPr>
            <p:cNvPr id="70" name="Rectangle: Top Corners One Rounded and One Snipped 69">
              <a:extLst>
                <a:ext uri="{FF2B5EF4-FFF2-40B4-BE49-F238E27FC236}">
                  <a16:creationId xmlns:a16="http://schemas.microsoft.com/office/drawing/2014/main" id="{05B69FC9-A1DA-4681-BE2F-71DE78385E70}"/>
                </a:ext>
              </a:extLst>
            </p:cNvPr>
            <p:cNvSpPr/>
            <p:nvPr/>
          </p:nvSpPr>
          <p:spPr>
            <a:xfrm>
              <a:off x="860112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Preferred</a:t>
              </a:r>
            </a:p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Location</a:t>
              </a:r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13AB3A5A-E4D3-4EAC-8E0A-EC8771B3B26C}"/>
              </a:ext>
            </a:extLst>
          </p:cNvPr>
          <p:cNvSpPr/>
          <p:nvPr/>
        </p:nvSpPr>
        <p:spPr>
          <a:xfrm>
            <a:off x="5066929" y="6422424"/>
            <a:ext cx="1323464" cy="3684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Submit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383C807-EB0A-4AA2-9FCF-871FED028AF8}"/>
              </a:ext>
            </a:extLst>
          </p:cNvPr>
          <p:cNvSpPr/>
          <p:nvPr/>
        </p:nvSpPr>
        <p:spPr>
          <a:xfrm>
            <a:off x="749468" y="6419929"/>
            <a:ext cx="37056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i="1" dirty="0">
                <a:solidFill>
                  <a:srgbClr val="333333"/>
                </a:solidFill>
                <a:latin typeface="Segoe UI" panose="020B0502040204020203" pitchFamily="34" charset="0"/>
              </a:rPr>
              <a:t>Note: all </a:t>
            </a:r>
            <a:r>
              <a:rPr lang="en-IN" sz="1400" i="1" dirty="0">
                <a:solidFill>
                  <a:srgbClr val="FF0000"/>
                </a:solidFill>
                <a:latin typeface="Segoe UI" panose="020B0502040204020203" pitchFamily="34" charset="0"/>
              </a:rPr>
              <a:t>*</a:t>
            </a:r>
            <a:r>
              <a:rPr lang="en-IN" sz="1400" i="1" dirty="0">
                <a:solidFill>
                  <a:srgbClr val="333333"/>
                </a:solidFill>
                <a:latin typeface="Segoe UI" panose="020B0502040204020203" pitchFamily="34" charset="0"/>
              </a:rPr>
              <a:t> marked fields are mandatory to fill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2769734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47BBCC2-11D5-4CFF-80A7-2F391657A46C}"/>
              </a:ext>
            </a:extLst>
          </p:cNvPr>
          <p:cNvGrpSpPr/>
          <p:nvPr/>
        </p:nvGrpSpPr>
        <p:grpSpPr>
          <a:xfrm>
            <a:off x="0" y="0"/>
            <a:ext cx="12192000" cy="1131013"/>
            <a:chOff x="611905" y="635026"/>
            <a:chExt cx="11266330" cy="9621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FE4783C-EB9C-4B75-82A0-8C8FBD6E0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905" y="635026"/>
              <a:ext cx="6182588" cy="96215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9C610A-A7CA-4B8B-A90E-19611F35F32E}"/>
                </a:ext>
              </a:extLst>
            </p:cNvPr>
            <p:cNvSpPr/>
            <p:nvPr/>
          </p:nvSpPr>
          <p:spPr>
            <a:xfrm>
              <a:off x="6777319" y="635026"/>
              <a:ext cx="5100916" cy="951727"/>
            </a:xfrm>
            <a:prstGeom prst="rect">
              <a:avLst/>
            </a:prstGeom>
            <a:solidFill>
              <a:srgbClr val="061B29"/>
            </a:solidFill>
            <a:ln>
              <a:solidFill>
                <a:srgbClr val="061B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4F724E6-1D5C-4990-8465-F0B1A1599C12}"/>
              </a:ext>
            </a:extLst>
          </p:cNvPr>
          <p:cNvSpPr/>
          <p:nvPr/>
        </p:nvSpPr>
        <p:spPr>
          <a:xfrm>
            <a:off x="9244010" y="144033"/>
            <a:ext cx="18556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bg1"/>
                </a:solidFill>
                <a:effectLst/>
                <a:latin typeface="system-ui"/>
              </a:rPr>
              <a:t>Welcome</a:t>
            </a:r>
            <a:endParaRPr lang="en-US" b="0" i="0" dirty="0">
              <a:solidFill>
                <a:schemeClr val="bg1"/>
              </a:solidFill>
              <a:effectLst/>
              <a:latin typeface="system-ui"/>
            </a:endParaRPr>
          </a:p>
          <a:p>
            <a:r>
              <a:rPr lang="en-US" sz="2000" dirty="0">
                <a:solidFill>
                  <a:schemeClr val="bg1"/>
                </a:solidFill>
                <a:latin typeface="system-ui"/>
              </a:rPr>
              <a:t>User Name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AB58B0-A36D-44C9-B2CC-9F758F1BF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2111" y="213659"/>
            <a:ext cx="607482" cy="6074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C0D74F-E5BB-4617-9EC3-E818AF146A9B}"/>
              </a:ext>
            </a:extLst>
          </p:cNvPr>
          <p:cNvSpPr txBox="1"/>
          <p:nvPr/>
        </p:nvSpPr>
        <p:spPr>
          <a:xfrm>
            <a:off x="9745912" y="1147743"/>
            <a:ext cx="11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My Profile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76C39C-4BF6-4DF0-8155-A202ECD52C87}"/>
              </a:ext>
            </a:extLst>
          </p:cNvPr>
          <p:cNvSpPr txBox="1"/>
          <p:nvPr/>
        </p:nvSpPr>
        <p:spPr>
          <a:xfrm>
            <a:off x="11063844" y="1147743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Sign out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A64D17-C4BF-40D4-9CF6-15833C4D2D4A}"/>
              </a:ext>
            </a:extLst>
          </p:cNvPr>
          <p:cNvSpPr txBox="1"/>
          <p:nvPr/>
        </p:nvSpPr>
        <p:spPr>
          <a:xfrm>
            <a:off x="7489773" y="1147743"/>
            <a:ext cx="2116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Prospect Application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92E5B8-9B52-4B3C-8E78-2A89C7CFB03E}"/>
              </a:ext>
            </a:extLst>
          </p:cNvPr>
          <p:cNvSpPr txBox="1"/>
          <p:nvPr/>
        </p:nvSpPr>
        <p:spPr>
          <a:xfrm>
            <a:off x="364569" y="1401179"/>
            <a:ext cx="221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Prospect Application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DC06798-5D9C-45DD-9C94-4540E84BFCC1}"/>
              </a:ext>
            </a:extLst>
          </p:cNvPr>
          <p:cNvGrpSpPr/>
          <p:nvPr/>
        </p:nvGrpSpPr>
        <p:grpSpPr>
          <a:xfrm>
            <a:off x="161365" y="1814669"/>
            <a:ext cx="11788228" cy="446281"/>
            <a:chOff x="443314" y="4235140"/>
            <a:chExt cx="10439219" cy="446281"/>
          </a:xfrm>
        </p:grpSpPr>
        <p:sp>
          <p:nvSpPr>
            <p:cNvPr id="70" name="Rectangle: Top Corners One Rounded and One Snipped 69">
              <a:extLst>
                <a:ext uri="{FF2B5EF4-FFF2-40B4-BE49-F238E27FC236}">
                  <a16:creationId xmlns:a16="http://schemas.microsoft.com/office/drawing/2014/main" id="{B66662CE-259C-41B9-A3FD-10DA05E61767}"/>
                </a:ext>
              </a:extLst>
            </p:cNvPr>
            <p:cNvSpPr/>
            <p:nvPr/>
          </p:nvSpPr>
          <p:spPr>
            <a:xfrm>
              <a:off x="44331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Contact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71" name="Rectangle: Top Corners One Rounded and One Snipped 70">
              <a:extLst>
                <a:ext uri="{FF2B5EF4-FFF2-40B4-BE49-F238E27FC236}">
                  <a16:creationId xmlns:a16="http://schemas.microsoft.com/office/drawing/2014/main" id="{6A926DCE-5ADA-4C1E-BC0E-89301F912572}"/>
                </a:ext>
              </a:extLst>
            </p:cNvPr>
            <p:cNvSpPr/>
            <p:nvPr/>
          </p:nvSpPr>
          <p:spPr>
            <a:xfrm>
              <a:off x="3939520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Co-Applicants</a:t>
              </a:r>
            </a:p>
          </p:txBody>
        </p:sp>
        <p:sp>
          <p:nvSpPr>
            <p:cNvPr id="72" name="Rectangle: Top Corners One Rounded and One Snipped 71">
              <a:extLst>
                <a:ext uri="{FF2B5EF4-FFF2-40B4-BE49-F238E27FC236}">
                  <a16:creationId xmlns:a16="http://schemas.microsoft.com/office/drawing/2014/main" id="{BC95C138-FA94-4DFC-8A03-02468DD82F75}"/>
                </a:ext>
              </a:extLst>
            </p:cNvPr>
            <p:cNvSpPr/>
            <p:nvPr/>
          </p:nvSpPr>
          <p:spPr>
            <a:xfrm>
              <a:off x="9766533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Real Estate</a:t>
              </a:r>
            </a:p>
          </p:txBody>
        </p:sp>
        <p:sp>
          <p:nvSpPr>
            <p:cNvPr id="73" name="Rectangle: Top Corners One Rounded and One Snipped 72">
              <a:extLst>
                <a:ext uri="{FF2B5EF4-FFF2-40B4-BE49-F238E27FC236}">
                  <a16:creationId xmlns:a16="http://schemas.microsoft.com/office/drawing/2014/main" id="{E130B4C3-7482-42FB-AB7B-55284B1FFECD}"/>
                </a:ext>
              </a:extLst>
            </p:cNvPr>
            <p:cNvSpPr/>
            <p:nvPr/>
          </p:nvSpPr>
          <p:spPr>
            <a:xfrm>
              <a:off x="160871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Personal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74" name="Rectangle: Top Corners One Rounded and One Snipped 73">
              <a:extLst>
                <a:ext uri="{FF2B5EF4-FFF2-40B4-BE49-F238E27FC236}">
                  <a16:creationId xmlns:a16="http://schemas.microsoft.com/office/drawing/2014/main" id="{446934DA-D269-44E0-9317-C1A5F2C408D3}"/>
                </a:ext>
              </a:extLst>
            </p:cNvPr>
            <p:cNvSpPr/>
            <p:nvPr/>
          </p:nvSpPr>
          <p:spPr>
            <a:xfrm>
              <a:off x="277411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Employment</a:t>
              </a:r>
            </a:p>
          </p:txBody>
        </p:sp>
        <p:sp>
          <p:nvSpPr>
            <p:cNvPr id="75" name="Rectangle: Top Corners One Rounded and One Snipped 74">
              <a:extLst>
                <a:ext uri="{FF2B5EF4-FFF2-40B4-BE49-F238E27FC236}">
                  <a16:creationId xmlns:a16="http://schemas.microsoft.com/office/drawing/2014/main" id="{5B28F501-1F95-4622-AEBC-1DAA3F062F76}"/>
                </a:ext>
              </a:extLst>
            </p:cNvPr>
            <p:cNvSpPr/>
            <p:nvPr/>
          </p:nvSpPr>
          <p:spPr>
            <a:xfrm>
              <a:off x="5104922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Financial</a:t>
              </a:r>
            </a:p>
          </p:txBody>
        </p:sp>
        <p:sp>
          <p:nvSpPr>
            <p:cNvPr id="76" name="Rectangle: Top Corners One Rounded and One Snipped 75">
              <a:extLst>
                <a:ext uri="{FF2B5EF4-FFF2-40B4-BE49-F238E27FC236}">
                  <a16:creationId xmlns:a16="http://schemas.microsoft.com/office/drawing/2014/main" id="{4C3409CC-444F-4DFF-85FB-E1327764E992}"/>
                </a:ext>
              </a:extLst>
            </p:cNvPr>
            <p:cNvSpPr/>
            <p:nvPr/>
          </p:nvSpPr>
          <p:spPr>
            <a:xfrm>
              <a:off x="627032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Related Questions</a:t>
              </a:r>
            </a:p>
          </p:txBody>
        </p:sp>
        <p:sp>
          <p:nvSpPr>
            <p:cNvPr id="77" name="Rectangle: Top Corners One Rounded and One Snipped 76">
              <a:extLst>
                <a:ext uri="{FF2B5EF4-FFF2-40B4-BE49-F238E27FC236}">
                  <a16:creationId xmlns:a16="http://schemas.microsoft.com/office/drawing/2014/main" id="{7EBCF67C-76DF-4CDA-9899-76833D4509CC}"/>
                </a:ext>
              </a:extLst>
            </p:cNvPr>
            <p:cNvSpPr/>
            <p:nvPr/>
          </p:nvSpPr>
          <p:spPr>
            <a:xfrm>
              <a:off x="743572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Other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Questions</a:t>
              </a:r>
            </a:p>
          </p:txBody>
        </p:sp>
        <p:sp>
          <p:nvSpPr>
            <p:cNvPr id="78" name="Rectangle: Top Corners One Rounded and One Snipped 77">
              <a:extLst>
                <a:ext uri="{FF2B5EF4-FFF2-40B4-BE49-F238E27FC236}">
                  <a16:creationId xmlns:a16="http://schemas.microsoft.com/office/drawing/2014/main" id="{51742D94-5AB5-4C86-8743-063212D47C96}"/>
                </a:ext>
              </a:extLst>
            </p:cNvPr>
            <p:cNvSpPr/>
            <p:nvPr/>
          </p:nvSpPr>
          <p:spPr>
            <a:xfrm>
              <a:off x="860112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Preferred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Location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53E0DD-F062-4675-8EE0-8C1841724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270134"/>
              </p:ext>
            </p:extLst>
          </p:nvPr>
        </p:nvGraphicFramePr>
        <p:xfrm>
          <a:off x="773908" y="3696398"/>
          <a:ext cx="10530589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1306">
                  <a:extLst>
                    <a:ext uri="{9D8B030D-6E8A-4147-A177-3AD203B41FA5}">
                      <a16:colId xmlns:a16="http://schemas.microsoft.com/office/drawing/2014/main" val="1711343202"/>
                    </a:ext>
                  </a:extLst>
                </a:gridCol>
                <a:gridCol w="2668891">
                  <a:extLst>
                    <a:ext uri="{9D8B030D-6E8A-4147-A177-3AD203B41FA5}">
                      <a16:colId xmlns:a16="http://schemas.microsoft.com/office/drawing/2014/main" val="2706287828"/>
                    </a:ext>
                  </a:extLst>
                </a:gridCol>
                <a:gridCol w="2018087">
                  <a:extLst>
                    <a:ext uri="{9D8B030D-6E8A-4147-A177-3AD203B41FA5}">
                      <a16:colId xmlns:a16="http://schemas.microsoft.com/office/drawing/2014/main" val="2539831166"/>
                    </a:ext>
                  </a:extLst>
                </a:gridCol>
                <a:gridCol w="1721223">
                  <a:extLst>
                    <a:ext uri="{9D8B030D-6E8A-4147-A177-3AD203B41FA5}">
                      <a16:colId xmlns:a16="http://schemas.microsoft.com/office/drawing/2014/main" val="215959412"/>
                    </a:ext>
                  </a:extLst>
                </a:gridCol>
                <a:gridCol w="1990165">
                  <a:extLst>
                    <a:ext uri="{9D8B030D-6E8A-4147-A177-3AD203B41FA5}">
                      <a16:colId xmlns:a16="http://schemas.microsoft.com/office/drawing/2014/main" val="3875396561"/>
                    </a:ext>
                  </a:extLst>
                </a:gridCol>
                <a:gridCol w="1290917">
                  <a:extLst>
                    <a:ext uri="{9D8B030D-6E8A-4147-A177-3AD203B41FA5}">
                      <a16:colId xmlns:a16="http://schemas.microsoft.com/office/drawing/2014/main" val="4273174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Real Estate Address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Date of Purchased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Original Cost ($)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Present Value ($)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16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Central Park, NY, USA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12 Jul 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dirty="0"/>
                        <a:t>24422.00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dirty="0"/>
                        <a:t>30000.00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318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Madison Square, TX, USA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9 Sep 2020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dirty="0"/>
                        <a:t>56400.00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dirty="0"/>
                        <a:t>66000.00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025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Baybrook</a:t>
                      </a:r>
                      <a:r>
                        <a:rPr lang="en-IN" sz="1400" dirty="0"/>
                        <a:t> Mall, TX, USA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26 Feb 2018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dirty="0"/>
                        <a:t>80000.00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400" dirty="0"/>
                        <a:t>97000.00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637486"/>
                  </a:ext>
                </a:extLst>
              </a:tr>
            </a:tbl>
          </a:graphicData>
        </a:graphic>
      </p:graphicFrame>
      <p:pic>
        <p:nvPicPr>
          <p:cNvPr id="1026" name="Picture 2" descr="Delete - Free interface icons">
            <a:extLst>
              <a:ext uri="{FF2B5EF4-FFF2-40B4-BE49-F238E27FC236}">
                <a16:creationId xmlns:a16="http://schemas.microsoft.com/office/drawing/2014/main" id="{7DDDB443-8904-4E63-9B34-26CB217F7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3952" y="4158924"/>
            <a:ext cx="210755" cy="210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odify Icon - Free PNG &amp; SVG 3082134 - Noun Project">
            <a:extLst>
              <a:ext uri="{FF2B5EF4-FFF2-40B4-BE49-F238E27FC236}">
                <a16:creationId xmlns:a16="http://schemas.microsoft.com/office/drawing/2014/main" id="{195FFE54-7804-4D66-966C-1127EE4DC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2938" y="4146722"/>
            <a:ext cx="243128" cy="243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Delete - Free interface icons">
            <a:extLst>
              <a:ext uri="{FF2B5EF4-FFF2-40B4-BE49-F238E27FC236}">
                <a16:creationId xmlns:a16="http://schemas.microsoft.com/office/drawing/2014/main" id="{50A06FD0-0B93-44C1-9E76-8A3545A7B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3952" y="4517513"/>
            <a:ext cx="210755" cy="210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Modify Icon - Free PNG &amp; SVG 3082134 - Noun Project">
            <a:extLst>
              <a:ext uri="{FF2B5EF4-FFF2-40B4-BE49-F238E27FC236}">
                <a16:creationId xmlns:a16="http://schemas.microsoft.com/office/drawing/2014/main" id="{BCA62424-CA8C-499F-AE1E-ED3C6A70E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2938" y="4505311"/>
            <a:ext cx="243128" cy="243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Delete - Free interface icons">
            <a:extLst>
              <a:ext uri="{FF2B5EF4-FFF2-40B4-BE49-F238E27FC236}">
                <a16:creationId xmlns:a16="http://schemas.microsoft.com/office/drawing/2014/main" id="{DB11BA53-16FB-446C-BC09-098CC6F28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3952" y="4902992"/>
            <a:ext cx="210755" cy="210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6" descr="Modify Icon - Free PNG &amp; SVG 3082134 - Noun Project">
            <a:extLst>
              <a:ext uri="{FF2B5EF4-FFF2-40B4-BE49-F238E27FC236}">
                <a16:creationId xmlns:a16="http://schemas.microsoft.com/office/drawing/2014/main" id="{E743F19E-C7B2-434D-8A4B-34249B0B5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2938" y="4890790"/>
            <a:ext cx="243128" cy="243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9BD6A3A-8901-4383-8A2F-052242538EFD}"/>
              </a:ext>
            </a:extLst>
          </p:cNvPr>
          <p:cNvSpPr txBox="1"/>
          <p:nvPr/>
        </p:nvSpPr>
        <p:spPr>
          <a:xfrm>
            <a:off x="666328" y="2466430"/>
            <a:ext cx="10075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Please provide detailed information about any real estate location(s) currently under negotiation, as well as any potential sites you are considering for establishing your business:</a:t>
            </a:r>
            <a:endParaRPr lang="en-IN" sz="1400" dirty="0"/>
          </a:p>
        </p:txBody>
      </p:sp>
      <p:pic>
        <p:nvPicPr>
          <p:cNvPr id="1032" name="Picture 8" descr="Add Icon SVG Vector &amp; PNG Free Download | UXWing">
            <a:extLst>
              <a:ext uri="{FF2B5EF4-FFF2-40B4-BE49-F238E27FC236}">
                <a16:creationId xmlns:a16="http://schemas.microsoft.com/office/drawing/2014/main" id="{084E67F0-229B-4E14-8B00-DDEE4556F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35" y="3267146"/>
            <a:ext cx="290935" cy="290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5E089C-C658-4333-9539-581C89768888}"/>
              </a:ext>
            </a:extLst>
          </p:cNvPr>
          <p:cNvSpPr txBox="1"/>
          <p:nvPr/>
        </p:nvSpPr>
        <p:spPr>
          <a:xfrm>
            <a:off x="1154392" y="3231434"/>
            <a:ext cx="1638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Add Real Estate</a:t>
            </a:r>
          </a:p>
        </p:txBody>
      </p:sp>
    </p:spTree>
    <p:extLst>
      <p:ext uri="{BB962C8B-B14F-4D97-AF65-F5344CB8AC3E}">
        <p14:creationId xmlns:p14="http://schemas.microsoft.com/office/powerpoint/2010/main" val="2812208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B2889B3F-BFAF-4E80-956B-A65190BE504E}"/>
              </a:ext>
            </a:extLst>
          </p:cNvPr>
          <p:cNvSpPr/>
          <p:nvPr/>
        </p:nvSpPr>
        <p:spPr>
          <a:xfrm>
            <a:off x="1421580" y="2738437"/>
            <a:ext cx="8878868" cy="3805797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47BBCC2-11D5-4CFF-80A7-2F391657A46C}"/>
              </a:ext>
            </a:extLst>
          </p:cNvPr>
          <p:cNvGrpSpPr/>
          <p:nvPr/>
        </p:nvGrpSpPr>
        <p:grpSpPr>
          <a:xfrm>
            <a:off x="0" y="0"/>
            <a:ext cx="12192000" cy="1131013"/>
            <a:chOff x="611905" y="635026"/>
            <a:chExt cx="11266330" cy="9621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FE4783C-EB9C-4B75-82A0-8C8FBD6E0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905" y="635026"/>
              <a:ext cx="6182588" cy="96215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9C610A-A7CA-4B8B-A90E-19611F35F32E}"/>
                </a:ext>
              </a:extLst>
            </p:cNvPr>
            <p:cNvSpPr/>
            <p:nvPr/>
          </p:nvSpPr>
          <p:spPr>
            <a:xfrm>
              <a:off x="6777319" y="635026"/>
              <a:ext cx="5100916" cy="951727"/>
            </a:xfrm>
            <a:prstGeom prst="rect">
              <a:avLst/>
            </a:prstGeom>
            <a:solidFill>
              <a:srgbClr val="061B29"/>
            </a:solidFill>
            <a:ln>
              <a:solidFill>
                <a:srgbClr val="061B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4F724E6-1D5C-4990-8465-F0B1A1599C12}"/>
              </a:ext>
            </a:extLst>
          </p:cNvPr>
          <p:cNvSpPr/>
          <p:nvPr/>
        </p:nvSpPr>
        <p:spPr>
          <a:xfrm>
            <a:off x="9244010" y="144033"/>
            <a:ext cx="18556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bg1"/>
                </a:solidFill>
                <a:effectLst/>
                <a:latin typeface="system-ui"/>
              </a:rPr>
              <a:t>Welcome</a:t>
            </a:r>
            <a:endParaRPr lang="en-US" b="0" i="0" dirty="0">
              <a:solidFill>
                <a:schemeClr val="bg1"/>
              </a:solidFill>
              <a:effectLst/>
              <a:latin typeface="system-ui"/>
            </a:endParaRPr>
          </a:p>
          <a:p>
            <a:r>
              <a:rPr lang="en-US" sz="2000" dirty="0">
                <a:solidFill>
                  <a:schemeClr val="bg1"/>
                </a:solidFill>
                <a:latin typeface="system-ui"/>
              </a:rPr>
              <a:t>User Name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AB58B0-A36D-44C9-B2CC-9F758F1BF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2111" y="213659"/>
            <a:ext cx="607482" cy="6074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C0D74F-E5BB-4617-9EC3-E818AF146A9B}"/>
              </a:ext>
            </a:extLst>
          </p:cNvPr>
          <p:cNvSpPr txBox="1"/>
          <p:nvPr/>
        </p:nvSpPr>
        <p:spPr>
          <a:xfrm>
            <a:off x="9745912" y="1147743"/>
            <a:ext cx="11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My Profile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76C39C-4BF6-4DF0-8155-A202ECD52C87}"/>
              </a:ext>
            </a:extLst>
          </p:cNvPr>
          <p:cNvSpPr txBox="1"/>
          <p:nvPr/>
        </p:nvSpPr>
        <p:spPr>
          <a:xfrm>
            <a:off x="11063844" y="1147743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Sign out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A64D17-C4BF-40D4-9CF6-15833C4D2D4A}"/>
              </a:ext>
            </a:extLst>
          </p:cNvPr>
          <p:cNvSpPr txBox="1"/>
          <p:nvPr/>
        </p:nvSpPr>
        <p:spPr>
          <a:xfrm>
            <a:off x="7489773" y="1147743"/>
            <a:ext cx="2116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Prospect Application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92E5B8-9B52-4B3C-8E78-2A89C7CFB03E}"/>
              </a:ext>
            </a:extLst>
          </p:cNvPr>
          <p:cNvSpPr txBox="1"/>
          <p:nvPr/>
        </p:nvSpPr>
        <p:spPr>
          <a:xfrm>
            <a:off x="364569" y="1401179"/>
            <a:ext cx="221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Prospect Application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5BD5E0-7C2D-4F28-9B44-EC7674B5943B}"/>
              </a:ext>
            </a:extLst>
          </p:cNvPr>
          <p:cNvSpPr txBox="1"/>
          <p:nvPr/>
        </p:nvSpPr>
        <p:spPr>
          <a:xfrm>
            <a:off x="2168160" y="3801176"/>
            <a:ext cx="726033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Address: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A5112E-72B7-4A9E-8793-F4566FC612E9}"/>
              </a:ext>
            </a:extLst>
          </p:cNvPr>
          <p:cNvSpPr txBox="1"/>
          <p:nvPr/>
        </p:nvSpPr>
        <p:spPr>
          <a:xfrm>
            <a:off x="4894101" y="3225495"/>
            <a:ext cx="1288301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Present Value ($):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04626A-CB5C-4544-BB5B-903FFF0919CD}"/>
              </a:ext>
            </a:extLst>
          </p:cNvPr>
          <p:cNvSpPr txBox="1"/>
          <p:nvPr/>
        </p:nvSpPr>
        <p:spPr>
          <a:xfrm>
            <a:off x="2168160" y="4333457"/>
            <a:ext cx="731226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Site City: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B7D82E-B34F-46A2-9819-2DFBE6F8B4D5}"/>
              </a:ext>
            </a:extLst>
          </p:cNvPr>
          <p:cNvSpPr txBox="1"/>
          <p:nvPr/>
        </p:nvSpPr>
        <p:spPr>
          <a:xfrm>
            <a:off x="4894101" y="4333457"/>
            <a:ext cx="545214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State: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191649-9A69-4214-915E-574FED69DEF4}"/>
              </a:ext>
            </a:extLst>
          </p:cNvPr>
          <p:cNvSpPr txBox="1"/>
          <p:nvPr/>
        </p:nvSpPr>
        <p:spPr>
          <a:xfrm>
            <a:off x="7610779" y="4333457"/>
            <a:ext cx="722634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Country: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234C95-13B9-4EDC-92FE-8B10131C969E}"/>
              </a:ext>
            </a:extLst>
          </p:cNvPr>
          <p:cNvSpPr txBox="1"/>
          <p:nvPr/>
        </p:nvSpPr>
        <p:spPr>
          <a:xfrm>
            <a:off x="2168160" y="3225495"/>
            <a:ext cx="836511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Deal Type: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FA898F5-22EB-4E19-ADDA-6691267C13BC}"/>
              </a:ext>
            </a:extLst>
          </p:cNvPr>
          <p:cNvSpPr/>
          <p:nvPr/>
        </p:nvSpPr>
        <p:spPr>
          <a:xfrm>
            <a:off x="2168160" y="3473465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2F2187F-B971-4BD8-9776-E8CED45FFA7A}"/>
              </a:ext>
            </a:extLst>
          </p:cNvPr>
          <p:cNvSpPr/>
          <p:nvPr/>
        </p:nvSpPr>
        <p:spPr>
          <a:xfrm>
            <a:off x="4894101" y="3473465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+</a:t>
            </a:r>
            <a:r>
              <a:rPr lang="en-IN" sz="1200" i="1" dirty="0" err="1">
                <a:solidFill>
                  <a:schemeClr val="tx1"/>
                </a:solidFill>
              </a:rPr>
              <a:t>ve</a:t>
            </a:r>
            <a:r>
              <a:rPr lang="en-IN" sz="1200" i="1" dirty="0">
                <a:solidFill>
                  <a:schemeClr val="tx1"/>
                </a:solidFill>
              </a:rPr>
              <a:t> number (2 decimal)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E6924CB-B811-4A1A-8368-74087EE60898}"/>
              </a:ext>
            </a:extLst>
          </p:cNvPr>
          <p:cNvSpPr/>
          <p:nvPr/>
        </p:nvSpPr>
        <p:spPr>
          <a:xfrm>
            <a:off x="2168160" y="4021369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58F1194-2999-4492-B776-C1C99117218E}"/>
              </a:ext>
            </a:extLst>
          </p:cNvPr>
          <p:cNvSpPr/>
          <p:nvPr/>
        </p:nvSpPr>
        <p:spPr>
          <a:xfrm>
            <a:off x="2168160" y="4556470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6321DE5-80E9-4833-8793-6391C614AD61}"/>
              </a:ext>
            </a:extLst>
          </p:cNvPr>
          <p:cNvSpPr/>
          <p:nvPr/>
        </p:nvSpPr>
        <p:spPr>
          <a:xfrm>
            <a:off x="4894101" y="4556470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23A0186-3C1A-4DDE-881E-3D14C16CBB9D}"/>
              </a:ext>
            </a:extLst>
          </p:cNvPr>
          <p:cNvSpPr/>
          <p:nvPr/>
        </p:nvSpPr>
        <p:spPr>
          <a:xfrm>
            <a:off x="7610779" y="4556470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92B4907E-5927-41D0-9EC1-861C4DD5AA5B}"/>
              </a:ext>
            </a:extLst>
          </p:cNvPr>
          <p:cNvSpPr/>
          <p:nvPr/>
        </p:nvSpPr>
        <p:spPr>
          <a:xfrm>
            <a:off x="4057182" y="3535715"/>
            <a:ext cx="182172" cy="13427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3C5C51D-8E8A-4BAB-AB5D-A213A4782D6E}"/>
              </a:ext>
            </a:extLst>
          </p:cNvPr>
          <p:cNvGrpSpPr/>
          <p:nvPr/>
        </p:nvGrpSpPr>
        <p:grpSpPr>
          <a:xfrm>
            <a:off x="161365" y="1814669"/>
            <a:ext cx="11788228" cy="446281"/>
            <a:chOff x="443314" y="4235140"/>
            <a:chExt cx="10439219" cy="446281"/>
          </a:xfrm>
        </p:grpSpPr>
        <p:sp>
          <p:nvSpPr>
            <p:cNvPr id="55" name="Rectangle: Top Corners One Rounded and One Snipped 54">
              <a:extLst>
                <a:ext uri="{FF2B5EF4-FFF2-40B4-BE49-F238E27FC236}">
                  <a16:creationId xmlns:a16="http://schemas.microsoft.com/office/drawing/2014/main" id="{F87E40B4-97E3-49F6-936A-A9DEC616B2B8}"/>
                </a:ext>
              </a:extLst>
            </p:cNvPr>
            <p:cNvSpPr/>
            <p:nvPr/>
          </p:nvSpPr>
          <p:spPr>
            <a:xfrm>
              <a:off x="44331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Contact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56" name="Rectangle: Top Corners One Rounded and One Snipped 55">
              <a:extLst>
                <a:ext uri="{FF2B5EF4-FFF2-40B4-BE49-F238E27FC236}">
                  <a16:creationId xmlns:a16="http://schemas.microsoft.com/office/drawing/2014/main" id="{7C0B3757-A9A1-492B-8FEB-B52E0EAC9B79}"/>
                </a:ext>
              </a:extLst>
            </p:cNvPr>
            <p:cNvSpPr/>
            <p:nvPr/>
          </p:nvSpPr>
          <p:spPr>
            <a:xfrm>
              <a:off x="3939520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Co-Applicants</a:t>
              </a:r>
            </a:p>
          </p:txBody>
        </p:sp>
        <p:sp>
          <p:nvSpPr>
            <p:cNvPr id="64" name="Rectangle: Top Corners One Rounded and One Snipped 63">
              <a:extLst>
                <a:ext uri="{FF2B5EF4-FFF2-40B4-BE49-F238E27FC236}">
                  <a16:creationId xmlns:a16="http://schemas.microsoft.com/office/drawing/2014/main" id="{6613B6B3-A2D8-4FDE-8752-3F300D8445F8}"/>
                </a:ext>
              </a:extLst>
            </p:cNvPr>
            <p:cNvSpPr/>
            <p:nvPr/>
          </p:nvSpPr>
          <p:spPr>
            <a:xfrm>
              <a:off x="9766533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Real Estate</a:t>
              </a:r>
            </a:p>
          </p:txBody>
        </p:sp>
        <p:sp>
          <p:nvSpPr>
            <p:cNvPr id="65" name="Rectangle: Top Corners One Rounded and One Snipped 64">
              <a:extLst>
                <a:ext uri="{FF2B5EF4-FFF2-40B4-BE49-F238E27FC236}">
                  <a16:creationId xmlns:a16="http://schemas.microsoft.com/office/drawing/2014/main" id="{209C7C5C-8D49-4FE8-A776-66DBF4F7664A}"/>
                </a:ext>
              </a:extLst>
            </p:cNvPr>
            <p:cNvSpPr/>
            <p:nvPr/>
          </p:nvSpPr>
          <p:spPr>
            <a:xfrm>
              <a:off x="160871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Personal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69" name="Rectangle: Top Corners One Rounded and One Snipped 68">
              <a:extLst>
                <a:ext uri="{FF2B5EF4-FFF2-40B4-BE49-F238E27FC236}">
                  <a16:creationId xmlns:a16="http://schemas.microsoft.com/office/drawing/2014/main" id="{DC1A4B27-8D48-4FF5-8427-78B90E863EF0}"/>
                </a:ext>
              </a:extLst>
            </p:cNvPr>
            <p:cNvSpPr/>
            <p:nvPr/>
          </p:nvSpPr>
          <p:spPr>
            <a:xfrm>
              <a:off x="277411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Employment</a:t>
              </a:r>
            </a:p>
          </p:txBody>
        </p:sp>
        <p:sp>
          <p:nvSpPr>
            <p:cNvPr id="70" name="Rectangle: Top Corners One Rounded and One Snipped 69">
              <a:extLst>
                <a:ext uri="{FF2B5EF4-FFF2-40B4-BE49-F238E27FC236}">
                  <a16:creationId xmlns:a16="http://schemas.microsoft.com/office/drawing/2014/main" id="{63FD0B21-D921-402A-AD4C-30EDAE275241}"/>
                </a:ext>
              </a:extLst>
            </p:cNvPr>
            <p:cNvSpPr/>
            <p:nvPr/>
          </p:nvSpPr>
          <p:spPr>
            <a:xfrm>
              <a:off x="5104922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Financial</a:t>
              </a:r>
            </a:p>
          </p:txBody>
        </p:sp>
        <p:sp>
          <p:nvSpPr>
            <p:cNvPr id="71" name="Rectangle: Top Corners One Rounded and One Snipped 70">
              <a:extLst>
                <a:ext uri="{FF2B5EF4-FFF2-40B4-BE49-F238E27FC236}">
                  <a16:creationId xmlns:a16="http://schemas.microsoft.com/office/drawing/2014/main" id="{2AAB46C9-865E-44DC-B1F8-E6825CD237F7}"/>
                </a:ext>
              </a:extLst>
            </p:cNvPr>
            <p:cNvSpPr/>
            <p:nvPr/>
          </p:nvSpPr>
          <p:spPr>
            <a:xfrm>
              <a:off x="627032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Related Questions</a:t>
              </a:r>
            </a:p>
          </p:txBody>
        </p:sp>
        <p:sp>
          <p:nvSpPr>
            <p:cNvPr id="72" name="Rectangle: Top Corners One Rounded and One Snipped 71">
              <a:extLst>
                <a:ext uri="{FF2B5EF4-FFF2-40B4-BE49-F238E27FC236}">
                  <a16:creationId xmlns:a16="http://schemas.microsoft.com/office/drawing/2014/main" id="{D1AC5A77-406F-4CF0-B9FD-BBC6AE40ACFC}"/>
                </a:ext>
              </a:extLst>
            </p:cNvPr>
            <p:cNvSpPr/>
            <p:nvPr/>
          </p:nvSpPr>
          <p:spPr>
            <a:xfrm>
              <a:off x="743572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Other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Questions</a:t>
              </a:r>
            </a:p>
          </p:txBody>
        </p:sp>
        <p:sp>
          <p:nvSpPr>
            <p:cNvPr id="73" name="Rectangle: Top Corners One Rounded and One Snipped 72">
              <a:extLst>
                <a:ext uri="{FF2B5EF4-FFF2-40B4-BE49-F238E27FC236}">
                  <a16:creationId xmlns:a16="http://schemas.microsoft.com/office/drawing/2014/main" id="{65A100BA-98A4-407D-8FC8-432BB989D5E8}"/>
                </a:ext>
              </a:extLst>
            </p:cNvPr>
            <p:cNvSpPr/>
            <p:nvPr/>
          </p:nvSpPr>
          <p:spPr>
            <a:xfrm>
              <a:off x="860112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Preferred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Location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D1F8D465-97F4-426B-A6C6-FDC97CE4BB6F}"/>
              </a:ext>
            </a:extLst>
          </p:cNvPr>
          <p:cNvSpPr txBox="1"/>
          <p:nvPr/>
        </p:nvSpPr>
        <p:spPr>
          <a:xfrm>
            <a:off x="4894101" y="3801176"/>
            <a:ext cx="984821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Site Street 1: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DC5E5F9-74BA-4359-8F02-2EDD10B9AA29}"/>
              </a:ext>
            </a:extLst>
          </p:cNvPr>
          <p:cNvSpPr/>
          <p:nvPr/>
        </p:nvSpPr>
        <p:spPr>
          <a:xfrm>
            <a:off x="4894101" y="4021369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BC94859-742B-4A15-A61D-10EA925849F7}"/>
              </a:ext>
            </a:extLst>
          </p:cNvPr>
          <p:cNvSpPr txBox="1"/>
          <p:nvPr/>
        </p:nvSpPr>
        <p:spPr>
          <a:xfrm>
            <a:off x="7610779" y="3801176"/>
            <a:ext cx="984821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Site Street 2: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873EFB3-9F3D-4E02-9DDF-9D95236644FC}"/>
              </a:ext>
            </a:extLst>
          </p:cNvPr>
          <p:cNvSpPr/>
          <p:nvPr/>
        </p:nvSpPr>
        <p:spPr>
          <a:xfrm>
            <a:off x="7610779" y="4021369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56E9B9E-4AF3-46BF-B4FE-0064F6B3EAC3}"/>
              </a:ext>
            </a:extLst>
          </p:cNvPr>
          <p:cNvSpPr txBox="1"/>
          <p:nvPr/>
        </p:nvSpPr>
        <p:spPr>
          <a:xfrm>
            <a:off x="2168160" y="5468073"/>
            <a:ext cx="1585883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Building Length (X-Ft.):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3D08C76-8685-4E4E-B259-1DF7FBB6B506}"/>
              </a:ext>
            </a:extLst>
          </p:cNvPr>
          <p:cNvSpPr txBox="1"/>
          <p:nvPr/>
        </p:nvSpPr>
        <p:spPr>
          <a:xfrm>
            <a:off x="7610779" y="5468073"/>
            <a:ext cx="1581074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Building Height (Z-Ft.):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7CF5236-D3DF-4B6E-BB7E-35EE410D991F}"/>
              </a:ext>
            </a:extLst>
          </p:cNvPr>
          <p:cNvSpPr txBox="1"/>
          <p:nvPr/>
        </p:nvSpPr>
        <p:spPr>
          <a:xfrm>
            <a:off x="4894101" y="5468073"/>
            <a:ext cx="1556836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Building Width (Y-Ft.):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F120EA5-C0C6-4647-A9A2-C1308BE2A92D}"/>
              </a:ext>
            </a:extLst>
          </p:cNvPr>
          <p:cNvSpPr/>
          <p:nvPr/>
        </p:nvSpPr>
        <p:spPr>
          <a:xfrm>
            <a:off x="2168160" y="5711568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A550D31-2852-4BBC-9365-E954C0DB5BD6}"/>
              </a:ext>
            </a:extLst>
          </p:cNvPr>
          <p:cNvSpPr/>
          <p:nvPr/>
        </p:nvSpPr>
        <p:spPr>
          <a:xfrm>
            <a:off x="4894101" y="5711568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+ve number (2 decimal)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F99B50E-360C-48DD-95E7-710EF4007CDD}"/>
              </a:ext>
            </a:extLst>
          </p:cNvPr>
          <p:cNvSpPr/>
          <p:nvPr/>
        </p:nvSpPr>
        <p:spPr>
          <a:xfrm>
            <a:off x="7610779" y="5711568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+</a:t>
            </a:r>
            <a:r>
              <a:rPr lang="en-IN" sz="1200" i="1" dirty="0" err="1">
                <a:solidFill>
                  <a:schemeClr val="tx1"/>
                </a:solidFill>
              </a:rPr>
              <a:t>ve</a:t>
            </a:r>
            <a:r>
              <a:rPr lang="en-IN" sz="1200" i="1" dirty="0">
                <a:solidFill>
                  <a:schemeClr val="tx1"/>
                </a:solidFill>
              </a:rPr>
              <a:t> number (2 decimal)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E1DF0D7-4D02-4D3E-A01B-B2B243C21F44}"/>
              </a:ext>
            </a:extLst>
          </p:cNvPr>
          <p:cNvSpPr txBox="1"/>
          <p:nvPr/>
        </p:nvSpPr>
        <p:spPr>
          <a:xfrm>
            <a:off x="7610779" y="4912425"/>
            <a:ext cx="1481239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Building Size (</a:t>
            </a:r>
            <a:r>
              <a:rPr lang="en-IN" sz="1200" dirty="0" err="1"/>
              <a:t>Sq.Ft</a:t>
            </a:r>
            <a:r>
              <a:rPr lang="en-IN" sz="1200" dirty="0"/>
              <a:t>.):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C70F7D6-A115-4B96-9086-6AE86EE052A7}"/>
              </a:ext>
            </a:extLst>
          </p:cNvPr>
          <p:cNvSpPr/>
          <p:nvPr/>
        </p:nvSpPr>
        <p:spPr>
          <a:xfrm>
            <a:off x="7610779" y="5135242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+</a:t>
            </a:r>
            <a:r>
              <a:rPr lang="en-IN" sz="1200" i="1" dirty="0" err="1">
                <a:solidFill>
                  <a:schemeClr val="tx1"/>
                </a:solidFill>
              </a:rPr>
              <a:t>ve</a:t>
            </a:r>
            <a:r>
              <a:rPr lang="en-IN" sz="1200" i="1" dirty="0">
                <a:solidFill>
                  <a:schemeClr val="tx1"/>
                </a:solidFill>
              </a:rPr>
              <a:t> number (2 decimal)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790D6B-99BF-4A3B-9E05-59177ACDC050}"/>
              </a:ext>
            </a:extLst>
          </p:cNvPr>
          <p:cNvSpPr txBox="1"/>
          <p:nvPr/>
        </p:nvSpPr>
        <p:spPr>
          <a:xfrm>
            <a:off x="2168160" y="4912425"/>
            <a:ext cx="1898148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 Number of Parking Spaces</a:t>
            </a:r>
            <a:r>
              <a:rPr lang="en-US" sz="1200" dirty="0"/>
              <a:t>:</a:t>
            </a:r>
            <a:endParaRPr lang="en-IN" sz="12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31250EB-E28A-4D50-BABD-EA3728BC10AB}"/>
              </a:ext>
            </a:extLst>
          </p:cNvPr>
          <p:cNvSpPr/>
          <p:nvPr/>
        </p:nvSpPr>
        <p:spPr>
          <a:xfrm>
            <a:off x="2168160" y="5135242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F3FAF1-8803-412F-BC41-A421E1467A54}"/>
              </a:ext>
            </a:extLst>
          </p:cNvPr>
          <p:cNvSpPr/>
          <p:nvPr/>
        </p:nvSpPr>
        <p:spPr>
          <a:xfrm>
            <a:off x="4894101" y="4912425"/>
            <a:ext cx="1218860" cy="2289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242424"/>
                </a:solidFill>
              </a:rPr>
              <a:t>Purchase Option</a:t>
            </a:r>
            <a:endParaRPr lang="en-IN" sz="12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553BF49-6BE0-4D68-9D12-67E9A60875D8}"/>
              </a:ext>
            </a:extLst>
          </p:cNvPr>
          <p:cNvSpPr/>
          <p:nvPr/>
        </p:nvSpPr>
        <p:spPr>
          <a:xfrm>
            <a:off x="4894101" y="5135242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Yes / No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D190F25-4178-49CB-9E1A-F12C9205564C}"/>
              </a:ext>
            </a:extLst>
          </p:cNvPr>
          <p:cNvSpPr txBox="1"/>
          <p:nvPr/>
        </p:nvSpPr>
        <p:spPr>
          <a:xfrm>
            <a:off x="7610779" y="3225495"/>
            <a:ext cx="1229696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Original Cost ($):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70D9D3-0851-4779-82D5-83A821D99F85}"/>
              </a:ext>
            </a:extLst>
          </p:cNvPr>
          <p:cNvSpPr/>
          <p:nvPr/>
        </p:nvSpPr>
        <p:spPr>
          <a:xfrm>
            <a:off x="7610779" y="3473465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+</a:t>
            </a:r>
            <a:r>
              <a:rPr lang="en-IN" sz="1200" i="1" dirty="0" err="1">
                <a:solidFill>
                  <a:schemeClr val="tx1"/>
                </a:solidFill>
              </a:rPr>
              <a:t>ve</a:t>
            </a:r>
            <a:r>
              <a:rPr lang="en-IN" sz="1200" i="1" dirty="0">
                <a:solidFill>
                  <a:schemeClr val="tx1"/>
                </a:solidFill>
              </a:rPr>
              <a:t> number (2 decimal)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97D8E31-59CF-4334-8A23-EBE40CB1E4B9}"/>
              </a:ext>
            </a:extLst>
          </p:cNvPr>
          <p:cNvSpPr txBox="1"/>
          <p:nvPr/>
        </p:nvSpPr>
        <p:spPr>
          <a:xfrm>
            <a:off x="1421579" y="2738437"/>
            <a:ext cx="8878869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/>
              <a:t>Add a Real Estate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86E6FA-6F95-4697-BDFE-089AC8CA7FB1}"/>
              </a:ext>
            </a:extLst>
          </p:cNvPr>
          <p:cNvSpPr/>
          <p:nvPr/>
        </p:nvSpPr>
        <p:spPr>
          <a:xfrm>
            <a:off x="1421579" y="6382871"/>
            <a:ext cx="8878869" cy="309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7BBEA81-AE8E-459A-B8A4-F40E81AEA7A4}"/>
              </a:ext>
            </a:extLst>
          </p:cNvPr>
          <p:cNvGrpSpPr/>
          <p:nvPr/>
        </p:nvGrpSpPr>
        <p:grpSpPr>
          <a:xfrm>
            <a:off x="11413767" y="5903664"/>
            <a:ext cx="659155" cy="810303"/>
            <a:chOff x="11413767" y="5903664"/>
            <a:chExt cx="659155" cy="810303"/>
          </a:xfrm>
        </p:grpSpPr>
        <p:sp>
          <p:nvSpPr>
            <p:cNvPr id="93" name="Arrow: Down 92">
              <a:extLst>
                <a:ext uri="{FF2B5EF4-FFF2-40B4-BE49-F238E27FC236}">
                  <a16:creationId xmlns:a16="http://schemas.microsoft.com/office/drawing/2014/main" id="{FA8039C6-E226-4B71-8181-63F2D0E3CE94}"/>
                </a:ext>
              </a:extLst>
            </p:cNvPr>
            <p:cNvSpPr/>
            <p:nvPr/>
          </p:nvSpPr>
          <p:spPr>
            <a:xfrm>
              <a:off x="11501718" y="6115398"/>
              <a:ext cx="447875" cy="598569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6A89316-78E6-45F5-80C4-D541C12A10D5}"/>
                </a:ext>
              </a:extLst>
            </p:cNvPr>
            <p:cNvSpPr txBox="1"/>
            <p:nvPr/>
          </p:nvSpPr>
          <p:spPr>
            <a:xfrm>
              <a:off x="11413767" y="5903664"/>
              <a:ext cx="65915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/>
                <a:t>Continue</a:t>
              </a:r>
            </a:p>
          </p:txBody>
        </p:sp>
      </p:grp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61EFEE4A-0442-496B-B532-95B1986BED6D}"/>
              </a:ext>
            </a:extLst>
          </p:cNvPr>
          <p:cNvSpPr/>
          <p:nvPr/>
        </p:nvSpPr>
        <p:spPr>
          <a:xfrm>
            <a:off x="11016140" y="2656318"/>
            <a:ext cx="914400" cy="601102"/>
          </a:xfrm>
          <a:prstGeom prst="wedgeRectCallout">
            <a:avLst>
              <a:gd name="adj1" fmla="val -117892"/>
              <a:gd name="adj2" fmla="val 3356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A popup to add a Real Estate</a:t>
            </a:r>
          </a:p>
        </p:txBody>
      </p:sp>
    </p:spTree>
    <p:extLst>
      <p:ext uri="{BB962C8B-B14F-4D97-AF65-F5344CB8AC3E}">
        <p14:creationId xmlns:p14="http://schemas.microsoft.com/office/powerpoint/2010/main" val="2048885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>
            <a:extLst>
              <a:ext uri="{FF2B5EF4-FFF2-40B4-BE49-F238E27FC236}">
                <a16:creationId xmlns:a16="http://schemas.microsoft.com/office/drawing/2014/main" id="{CF19A944-129C-43C3-97F0-918F4351711A}"/>
              </a:ext>
            </a:extLst>
          </p:cNvPr>
          <p:cNvSpPr/>
          <p:nvPr/>
        </p:nvSpPr>
        <p:spPr>
          <a:xfrm>
            <a:off x="1421580" y="2245369"/>
            <a:ext cx="8878868" cy="432576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47BBCC2-11D5-4CFF-80A7-2F391657A46C}"/>
              </a:ext>
            </a:extLst>
          </p:cNvPr>
          <p:cNvGrpSpPr/>
          <p:nvPr/>
        </p:nvGrpSpPr>
        <p:grpSpPr>
          <a:xfrm>
            <a:off x="0" y="0"/>
            <a:ext cx="12192000" cy="1131013"/>
            <a:chOff x="611905" y="635026"/>
            <a:chExt cx="11266330" cy="9621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FE4783C-EB9C-4B75-82A0-8C8FBD6E0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905" y="635026"/>
              <a:ext cx="6182588" cy="96215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9C610A-A7CA-4B8B-A90E-19611F35F32E}"/>
                </a:ext>
              </a:extLst>
            </p:cNvPr>
            <p:cNvSpPr/>
            <p:nvPr/>
          </p:nvSpPr>
          <p:spPr>
            <a:xfrm>
              <a:off x="6777319" y="635026"/>
              <a:ext cx="5100916" cy="951727"/>
            </a:xfrm>
            <a:prstGeom prst="rect">
              <a:avLst/>
            </a:prstGeom>
            <a:solidFill>
              <a:srgbClr val="061B29"/>
            </a:solidFill>
            <a:ln>
              <a:solidFill>
                <a:srgbClr val="061B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4F724E6-1D5C-4990-8465-F0B1A1599C12}"/>
              </a:ext>
            </a:extLst>
          </p:cNvPr>
          <p:cNvSpPr/>
          <p:nvPr/>
        </p:nvSpPr>
        <p:spPr>
          <a:xfrm>
            <a:off x="9244010" y="144033"/>
            <a:ext cx="18556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bg1"/>
                </a:solidFill>
                <a:effectLst/>
                <a:latin typeface="system-ui"/>
              </a:rPr>
              <a:t>Welcome</a:t>
            </a:r>
            <a:endParaRPr lang="en-US" b="0" i="0" dirty="0">
              <a:solidFill>
                <a:schemeClr val="bg1"/>
              </a:solidFill>
              <a:effectLst/>
              <a:latin typeface="system-ui"/>
            </a:endParaRPr>
          </a:p>
          <a:p>
            <a:r>
              <a:rPr lang="en-US" sz="2000" dirty="0">
                <a:solidFill>
                  <a:schemeClr val="bg1"/>
                </a:solidFill>
                <a:latin typeface="system-ui"/>
              </a:rPr>
              <a:t>User Name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AB58B0-A36D-44C9-B2CC-9F758F1BF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2111" y="213659"/>
            <a:ext cx="607482" cy="6074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C0D74F-E5BB-4617-9EC3-E818AF146A9B}"/>
              </a:ext>
            </a:extLst>
          </p:cNvPr>
          <p:cNvSpPr txBox="1"/>
          <p:nvPr/>
        </p:nvSpPr>
        <p:spPr>
          <a:xfrm>
            <a:off x="9745912" y="1147743"/>
            <a:ext cx="11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My Profile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76C39C-4BF6-4DF0-8155-A202ECD52C87}"/>
              </a:ext>
            </a:extLst>
          </p:cNvPr>
          <p:cNvSpPr txBox="1"/>
          <p:nvPr/>
        </p:nvSpPr>
        <p:spPr>
          <a:xfrm>
            <a:off x="11063844" y="1147743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Sign out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A64D17-C4BF-40D4-9CF6-15833C4D2D4A}"/>
              </a:ext>
            </a:extLst>
          </p:cNvPr>
          <p:cNvSpPr txBox="1"/>
          <p:nvPr/>
        </p:nvSpPr>
        <p:spPr>
          <a:xfrm>
            <a:off x="7489773" y="1147743"/>
            <a:ext cx="2116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Prospect Application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92E5B8-9B52-4B3C-8E78-2A89C7CFB03E}"/>
              </a:ext>
            </a:extLst>
          </p:cNvPr>
          <p:cNvSpPr txBox="1"/>
          <p:nvPr/>
        </p:nvSpPr>
        <p:spPr>
          <a:xfrm>
            <a:off x="364569" y="1401179"/>
            <a:ext cx="221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Prospect Application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3F9E3D-4DF2-4BBC-AF01-0E55580FFC08}"/>
              </a:ext>
            </a:extLst>
          </p:cNvPr>
          <p:cNvSpPr txBox="1"/>
          <p:nvPr/>
        </p:nvSpPr>
        <p:spPr>
          <a:xfrm>
            <a:off x="2093364" y="2448106"/>
            <a:ext cx="21695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Letter of Intend (LOI) Sent Date</a:t>
            </a:r>
            <a:r>
              <a:rPr lang="en-US" sz="1200" dirty="0"/>
              <a:t>:</a:t>
            </a:r>
            <a:endParaRPr lang="en-IN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601692-6AE6-42E7-8815-793FAA0B5ED9}"/>
              </a:ext>
            </a:extLst>
          </p:cNvPr>
          <p:cNvSpPr txBox="1"/>
          <p:nvPr/>
        </p:nvSpPr>
        <p:spPr>
          <a:xfrm>
            <a:off x="4849327" y="3132562"/>
            <a:ext cx="1112292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Approval Date: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D0C8324-40F1-4F2E-9296-145B4E7AE78B}"/>
              </a:ext>
            </a:extLst>
          </p:cNvPr>
          <p:cNvSpPr/>
          <p:nvPr/>
        </p:nvSpPr>
        <p:spPr>
          <a:xfrm>
            <a:off x="2093364" y="5218833"/>
            <a:ext cx="1427442" cy="2289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323130"/>
                </a:solidFill>
              </a:rPr>
              <a:t>Permit Applied For:</a:t>
            </a:r>
            <a:endParaRPr lang="en-IN" sz="12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3F2BFE1-8EF6-4996-89BF-3AA9BF39E514}"/>
              </a:ext>
            </a:extLst>
          </p:cNvPr>
          <p:cNvSpPr/>
          <p:nvPr/>
        </p:nvSpPr>
        <p:spPr>
          <a:xfrm>
            <a:off x="7707410" y="2448106"/>
            <a:ext cx="1430841" cy="2289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323130"/>
                </a:solidFill>
              </a:rPr>
              <a:t>Permit Issued Date:</a:t>
            </a:r>
            <a:endParaRPr lang="en-IN" sz="12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47EB973-A73D-44A7-A064-5340C4BAE86F}"/>
              </a:ext>
            </a:extLst>
          </p:cNvPr>
          <p:cNvSpPr/>
          <p:nvPr/>
        </p:nvSpPr>
        <p:spPr>
          <a:xfrm>
            <a:off x="7707410" y="3860874"/>
            <a:ext cx="1487138" cy="2289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323130"/>
                </a:solidFill>
              </a:rPr>
              <a:t>Option Terms(Years):</a:t>
            </a:r>
            <a:endParaRPr lang="en-IN" sz="1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2E59886-7DDF-4A1C-B9CC-B7D12B8409F0}"/>
              </a:ext>
            </a:extLst>
          </p:cNvPr>
          <p:cNvSpPr txBox="1"/>
          <p:nvPr/>
        </p:nvSpPr>
        <p:spPr>
          <a:xfrm>
            <a:off x="7707410" y="3132562"/>
            <a:ext cx="1182953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  Turnover Date: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24A2887-11D3-44D6-A1FE-90F403208AA7}"/>
              </a:ext>
            </a:extLst>
          </p:cNvPr>
          <p:cNvSpPr/>
          <p:nvPr/>
        </p:nvSpPr>
        <p:spPr>
          <a:xfrm>
            <a:off x="7707410" y="4570569"/>
            <a:ext cx="1571649" cy="2289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323130"/>
                </a:solidFill>
              </a:rPr>
              <a:t>Lease Expiration Date:</a:t>
            </a:r>
            <a:endParaRPr lang="en-IN" sz="12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B2ADA5B-376F-453D-8C4F-CFBC3A867DAA}"/>
              </a:ext>
            </a:extLst>
          </p:cNvPr>
          <p:cNvSpPr/>
          <p:nvPr/>
        </p:nvSpPr>
        <p:spPr>
          <a:xfrm>
            <a:off x="4849327" y="5479057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Yes / No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109FB3A-8E02-482F-985A-AF93F04DEF88}"/>
              </a:ext>
            </a:extLst>
          </p:cNvPr>
          <p:cNvSpPr/>
          <p:nvPr/>
        </p:nvSpPr>
        <p:spPr>
          <a:xfrm>
            <a:off x="7707410" y="4103524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+</a:t>
            </a:r>
            <a:r>
              <a:rPr lang="en-IN" sz="1200" i="1" dirty="0" err="1">
                <a:solidFill>
                  <a:schemeClr val="tx1"/>
                </a:solidFill>
              </a:rPr>
              <a:t>ve</a:t>
            </a:r>
            <a:r>
              <a:rPr lang="en-IN" sz="1200" i="1" dirty="0">
                <a:solidFill>
                  <a:schemeClr val="tx1"/>
                </a:solidFill>
              </a:rPr>
              <a:t> number (integer)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75628FA-DEDF-4FC2-A454-91E3E51169BC}"/>
              </a:ext>
            </a:extLst>
          </p:cNvPr>
          <p:cNvSpPr/>
          <p:nvPr/>
        </p:nvSpPr>
        <p:spPr>
          <a:xfrm>
            <a:off x="2093364" y="5479057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D03A811-0AA2-4860-B36C-6744157B7A9D}"/>
              </a:ext>
            </a:extLst>
          </p:cNvPr>
          <p:cNvSpPr/>
          <p:nvPr/>
        </p:nvSpPr>
        <p:spPr>
          <a:xfrm>
            <a:off x="7707410" y="2695031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Date Calendar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B615535-5E54-4124-9B16-4F959A427DAE}"/>
              </a:ext>
            </a:extLst>
          </p:cNvPr>
          <p:cNvSpPr/>
          <p:nvPr/>
        </p:nvSpPr>
        <p:spPr>
          <a:xfrm>
            <a:off x="2093364" y="2695031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Date Calendar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5CF8845-8CCC-4A17-B7FA-0EBD73DC5891}"/>
              </a:ext>
            </a:extLst>
          </p:cNvPr>
          <p:cNvSpPr/>
          <p:nvPr/>
        </p:nvSpPr>
        <p:spPr>
          <a:xfrm>
            <a:off x="4849327" y="3377361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Date Calendar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94E881F-9C25-4009-ABA0-ADE87691735A}"/>
              </a:ext>
            </a:extLst>
          </p:cNvPr>
          <p:cNvSpPr/>
          <p:nvPr/>
        </p:nvSpPr>
        <p:spPr>
          <a:xfrm>
            <a:off x="7707410" y="3377361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Date Calendar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881E139-35B9-43CC-A5D2-7523461C722C}"/>
              </a:ext>
            </a:extLst>
          </p:cNvPr>
          <p:cNvSpPr/>
          <p:nvPr/>
        </p:nvSpPr>
        <p:spPr>
          <a:xfrm>
            <a:off x="7707410" y="4807845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Date Calendar</a:t>
            </a:r>
            <a:endParaRPr lang="en-IN" sz="1200" i="1" dirty="0">
              <a:solidFill>
                <a:schemeClr val="tx1"/>
              </a:solidFill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BFD5B47-7661-4F35-B896-04F65273A1D5}"/>
              </a:ext>
            </a:extLst>
          </p:cNvPr>
          <p:cNvGrpSpPr/>
          <p:nvPr/>
        </p:nvGrpSpPr>
        <p:grpSpPr>
          <a:xfrm>
            <a:off x="161365" y="1814669"/>
            <a:ext cx="11788228" cy="446281"/>
            <a:chOff x="443314" y="4235140"/>
            <a:chExt cx="10439219" cy="446281"/>
          </a:xfrm>
        </p:grpSpPr>
        <p:sp>
          <p:nvSpPr>
            <p:cNvPr id="82" name="Rectangle: Top Corners One Rounded and One Snipped 81">
              <a:extLst>
                <a:ext uri="{FF2B5EF4-FFF2-40B4-BE49-F238E27FC236}">
                  <a16:creationId xmlns:a16="http://schemas.microsoft.com/office/drawing/2014/main" id="{50DE3FEB-4FF6-4B86-AB69-36970A5AA221}"/>
                </a:ext>
              </a:extLst>
            </p:cNvPr>
            <p:cNvSpPr/>
            <p:nvPr/>
          </p:nvSpPr>
          <p:spPr>
            <a:xfrm>
              <a:off x="44331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Contact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83" name="Rectangle: Top Corners One Rounded and One Snipped 82">
              <a:extLst>
                <a:ext uri="{FF2B5EF4-FFF2-40B4-BE49-F238E27FC236}">
                  <a16:creationId xmlns:a16="http://schemas.microsoft.com/office/drawing/2014/main" id="{9713807B-8A97-486A-966A-BEDD14747746}"/>
                </a:ext>
              </a:extLst>
            </p:cNvPr>
            <p:cNvSpPr/>
            <p:nvPr/>
          </p:nvSpPr>
          <p:spPr>
            <a:xfrm>
              <a:off x="3939520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Co-Applicants</a:t>
              </a:r>
            </a:p>
          </p:txBody>
        </p:sp>
        <p:sp>
          <p:nvSpPr>
            <p:cNvPr id="84" name="Rectangle: Top Corners One Rounded and One Snipped 83">
              <a:extLst>
                <a:ext uri="{FF2B5EF4-FFF2-40B4-BE49-F238E27FC236}">
                  <a16:creationId xmlns:a16="http://schemas.microsoft.com/office/drawing/2014/main" id="{EBD67468-ADA4-4A28-B442-FE0A66B3EF09}"/>
                </a:ext>
              </a:extLst>
            </p:cNvPr>
            <p:cNvSpPr/>
            <p:nvPr/>
          </p:nvSpPr>
          <p:spPr>
            <a:xfrm>
              <a:off x="9766533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Real Estate</a:t>
              </a:r>
            </a:p>
          </p:txBody>
        </p:sp>
        <p:sp>
          <p:nvSpPr>
            <p:cNvPr id="85" name="Rectangle: Top Corners One Rounded and One Snipped 84">
              <a:extLst>
                <a:ext uri="{FF2B5EF4-FFF2-40B4-BE49-F238E27FC236}">
                  <a16:creationId xmlns:a16="http://schemas.microsoft.com/office/drawing/2014/main" id="{5E9B7F8D-683E-4632-8526-3094E732B407}"/>
                </a:ext>
              </a:extLst>
            </p:cNvPr>
            <p:cNvSpPr/>
            <p:nvPr/>
          </p:nvSpPr>
          <p:spPr>
            <a:xfrm>
              <a:off x="160871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Personal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Details</a:t>
              </a:r>
            </a:p>
          </p:txBody>
        </p:sp>
        <p:sp>
          <p:nvSpPr>
            <p:cNvPr id="86" name="Rectangle: Top Corners One Rounded and One Snipped 85">
              <a:extLst>
                <a:ext uri="{FF2B5EF4-FFF2-40B4-BE49-F238E27FC236}">
                  <a16:creationId xmlns:a16="http://schemas.microsoft.com/office/drawing/2014/main" id="{8F7AB082-D95F-48A4-A0DE-721AA928DF15}"/>
                </a:ext>
              </a:extLst>
            </p:cNvPr>
            <p:cNvSpPr/>
            <p:nvPr/>
          </p:nvSpPr>
          <p:spPr>
            <a:xfrm>
              <a:off x="277411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Employment</a:t>
              </a:r>
            </a:p>
          </p:txBody>
        </p:sp>
        <p:sp>
          <p:nvSpPr>
            <p:cNvPr id="87" name="Rectangle: Top Corners One Rounded and One Snipped 86">
              <a:extLst>
                <a:ext uri="{FF2B5EF4-FFF2-40B4-BE49-F238E27FC236}">
                  <a16:creationId xmlns:a16="http://schemas.microsoft.com/office/drawing/2014/main" id="{6042FF2D-3C8F-4701-A263-599B5A304A48}"/>
                </a:ext>
              </a:extLst>
            </p:cNvPr>
            <p:cNvSpPr/>
            <p:nvPr/>
          </p:nvSpPr>
          <p:spPr>
            <a:xfrm>
              <a:off x="5104922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Financial</a:t>
              </a:r>
            </a:p>
          </p:txBody>
        </p:sp>
        <p:sp>
          <p:nvSpPr>
            <p:cNvPr id="88" name="Rectangle: Top Corners One Rounded and One Snipped 87">
              <a:extLst>
                <a:ext uri="{FF2B5EF4-FFF2-40B4-BE49-F238E27FC236}">
                  <a16:creationId xmlns:a16="http://schemas.microsoft.com/office/drawing/2014/main" id="{6B6E1333-8025-4483-87E2-031A40C4AADA}"/>
                </a:ext>
              </a:extLst>
            </p:cNvPr>
            <p:cNvSpPr/>
            <p:nvPr/>
          </p:nvSpPr>
          <p:spPr>
            <a:xfrm>
              <a:off x="6270324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Related Questions</a:t>
              </a:r>
            </a:p>
          </p:txBody>
        </p:sp>
        <p:sp>
          <p:nvSpPr>
            <p:cNvPr id="89" name="Rectangle: Top Corners One Rounded and One Snipped 88">
              <a:extLst>
                <a:ext uri="{FF2B5EF4-FFF2-40B4-BE49-F238E27FC236}">
                  <a16:creationId xmlns:a16="http://schemas.microsoft.com/office/drawing/2014/main" id="{5F554E1E-62CC-409F-9E84-E7076033A080}"/>
                </a:ext>
              </a:extLst>
            </p:cNvPr>
            <p:cNvSpPr/>
            <p:nvPr/>
          </p:nvSpPr>
          <p:spPr>
            <a:xfrm>
              <a:off x="7435726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Other 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Questions</a:t>
              </a:r>
            </a:p>
          </p:txBody>
        </p:sp>
        <p:sp>
          <p:nvSpPr>
            <p:cNvPr id="90" name="Rectangle: Top Corners One Rounded and One Snipped 89">
              <a:extLst>
                <a:ext uri="{FF2B5EF4-FFF2-40B4-BE49-F238E27FC236}">
                  <a16:creationId xmlns:a16="http://schemas.microsoft.com/office/drawing/2014/main" id="{0DA9117D-18AD-4029-8609-0093D120C6B7}"/>
                </a:ext>
              </a:extLst>
            </p:cNvPr>
            <p:cNvSpPr/>
            <p:nvPr/>
          </p:nvSpPr>
          <p:spPr>
            <a:xfrm>
              <a:off x="8601128" y="4235140"/>
              <a:ext cx="1116000" cy="446281"/>
            </a:xfrm>
            <a:prstGeom prst="snipRoundRect">
              <a:avLst>
                <a:gd name="adj1" fmla="val 33312"/>
                <a:gd name="adj2" fmla="val 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Preferred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Location</a:t>
              </a:r>
            </a:p>
          </p:txBody>
        </p:sp>
      </p:grpSp>
      <p:sp>
        <p:nvSpPr>
          <p:cNvPr id="91" name="Rectangle 90">
            <a:extLst>
              <a:ext uri="{FF2B5EF4-FFF2-40B4-BE49-F238E27FC236}">
                <a16:creationId xmlns:a16="http://schemas.microsoft.com/office/drawing/2014/main" id="{D548E450-789D-4DDA-8815-A55431D9CFD9}"/>
              </a:ext>
            </a:extLst>
          </p:cNvPr>
          <p:cNvSpPr/>
          <p:nvPr/>
        </p:nvSpPr>
        <p:spPr>
          <a:xfrm>
            <a:off x="4849327" y="5218833"/>
            <a:ext cx="2016578" cy="2289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General Contractor Selected: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BDF8784-ACF6-4024-AEA9-6DA427AD6B5A}"/>
              </a:ext>
            </a:extLst>
          </p:cNvPr>
          <p:cNvSpPr txBox="1"/>
          <p:nvPr/>
        </p:nvSpPr>
        <p:spPr>
          <a:xfrm>
            <a:off x="2093364" y="3860874"/>
            <a:ext cx="1287019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Date of Purchase:</a:t>
            </a:r>
            <a:endParaRPr lang="en-IN" sz="12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467DE82-47ED-437A-AC37-345D761F1424}"/>
              </a:ext>
            </a:extLst>
          </p:cNvPr>
          <p:cNvSpPr/>
          <p:nvPr/>
        </p:nvSpPr>
        <p:spPr>
          <a:xfrm>
            <a:off x="2093364" y="4103524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Date Calendar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E523CB3-307B-4A3C-9D59-9AF76E702A91}"/>
              </a:ext>
            </a:extLst>
          </p:cNvPr>
          <p:cNvSpPr txBox="1"/>
          <p:nvPr/>
        </p:nvSpPr>
        <p:spPr>
          <a:xfrm>
            <a:off x="4849327" y="3860874"/>
            <a:ext cx="1636025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 Mortgage Balance ($) </a:t>
            </a:r>
            <a:r>
              <a:rPr lang="en-US" sz="1200" dirty="0"/>
              <a:t>:</a:t>
            </a:r>
            <a:endParaRPr lang="en-IN" sz="1200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6D43705-5BF0-47C2-8F92-11B80F6F58B1}"/>
              </a:ext>
            </a:extLst>
          </p:cNvPr>
          <p:cNvSpPr/>
          <p:nvPr/>
        </p:nvSpPr>
        <p:spPr>
          <a:xfrm>
            <a:off x="4849327" y="4103524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+</a:t>
            </a:r>
            <a:r>
              <a:rPr lang="en-IN" sz="1200" i="1" dirty="0" err="1">
                <a:solidFill>
                  <a:schemeClr val="tx1"/>
                </a:solidFill>
              </a:rPr>
              <a:t>ve</a:t>
            </a:r>
            <a:r>
              <a:rPr lang="en-IN" sz="1200" i="1" dirty="0">
                <a:solidFill>
                  <a:schemeClr val="tx1"/>
                </a:solidFill>
              </a:rPr>
              <a:t> number (2 decimal)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20BA9A6-913E-459B-89EE-74080D0FA01B}"/>
              </a:ext>
            </a:extLst>
          </p:cNvPr>
          <p:cNvSpPr/>
          <p:nvPr/>
        </p:nvSpPr>
        <p:spPr>
          <a:xfrm>
            <a:off x="2093364" y="4570569"/>
            <a:ext cx="1406091" cy="2289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323130"/>
                </a:solidFill>
              </a:rPr>
              <a:t>Initial Terms(Years):</a:t>
            </a:r>
            <a:endParaRPr lang="en-IN" sz="1200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85B868A-B0BA-464D-9243-042421506367}"/>
              </a:ext>
            </a:extLst>
          </p:cNvPr>
          <p:cNvSpPr/>
          <p:nvPr/>
        </p:nvSpPr>
        <p:spPr>
          <a:xfrm>
            <a:off x="2093364" y="4807845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+</a:t>
            </a:r>
            <a:r>
              <a:rPr lang="en-IN" sz="1200" i="1" dirty="0" err="1">
                <a:solidFill>
                  <a:schemeClr val="tx1"/>
                </a:solidFill>
              </a:rPr>
              <a:t>ve</a:t>
            </a:r>
            <a:r>
              <a:rPr lang="en-IN" sz="1200" i="1" dirty="0">
                <a:solidFill>
                  <a:schemeClr val="tx1"/>
                </a:solidFill>
              </a:rPr>
              <a:t> number (integer)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CBE1AAA-3795-4961-A030-57623889FD86}"/>
              </a:ext>
            </a:extLst>
          </p:cNvPr>
          <p:cNvSpPr txBox="1"/>
          <p:nvPr/>
        </p:nvSpPr>
        <p:spPr>
          <a:xfrm>
            <a:off x="4849327" y="4570569"/>
            <a:ext cx="2061975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Lease Commencement Date: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5BCEF2F-7188-4D9D-8A20-6772C7429A64}"/>
              </a:ext>
            </a:extLst>
          </p:cNvPr>
          <p:cNvSpPr/>
          <p:nvPr/>
        </p:nvSpPr>
        <p:spPr>
          <a:xfrm>
            <a:off x="4849327" y="4807845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Date Calendar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E44F860-71F2-4177-84E3-292DB8083E7E}"/>
              </a:ext>
            </a:extLst>
          </p:cNvPr>
          <p:cNvSpPr txBox="1"/>
          <p:nvPr/>
        </p:nvSpPr>
        <p:spPr>
          <a:xfrm>
            <a:off x="4849327" y="2448106"/>
            <a:ext cx="23089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Letter of Indent (LOI) Signed Date</a:t>
            </a:r>
            <a:r>
              <a:rPr lang="en-US" sz="1200" dirty="0"/>
              <a:t>:</a:t>
            </a:r>
            <a:endParaRPr lang="en-IN" sz="120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08BE17D-3F83-481C-B30F-C00BF8C88C7C}"/>
              </a:ext>
            </a:extLst>
          </p:cNvPr>
          <p:cNvSpPr/>
          <p:nvPr/>
        </p:nvSpPr>
        <p:spPr>
          <a:xfrm>
            <a:off x="4849327" y="2695031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Date Calendar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5C68860-5242-4572-9AC4-12A4BF7E3505}"/>
              </a:ext>
            </a:extLst>
          </p:cNvPr>
          <p:cNvSpPr txBox="1"/>
          <p:nvPr/>
        </p:nvSpPr>
        <p:spPr>
          <a:xfrm>
            <a:off x="2093364" y="3132562"/>
            <a:ext cx="1798313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Projected Opening Date):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4958068-2BA0-4F62-A5BF-4958B53C6B57}"/>
              </a:ext>
            </a:extLst>
          </p:cNvPr>
          <p:cNvSpPr/>
          <p:nvPr/>
        </p:nvSpPr>
        <p:spPr>
          <a:xfrm>
            <a:off x="2093364" y="3377361"/>
            <a:ext cx="2210991" cy="2587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>
                <a:solidFill>
                  <a:schemeClr val="tx1"/>
                </a:solidFill>
              </a:rPr>
              <a:t>Date Calendar</a:t>
            </a:r>
            <a:endParaRPr lang="en-IN" sz="1200" i="1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446FAEC-3C87-4AB8-8A18-D89EA63F46B7}"/>
              </a:ext>
            </a:extLst>
          </p:cNvPr>
          <p:cNvSpPr/>
          <p:nvPr/>
        </p:nvSpPr>
        <p:spPr>
          <a:xfrm>
            <a:off x="5075894" y="6122659"/>
            <a:ext cx="1323464" cy="3684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Submit</a:t>
            </a:r>
          </a:p>
        </p:txBody>
      </p:sp>
    </p:spTree>
    <p:extLst>
      <p:ext uri="{BB962C8B-B14F-4D97-AF65-F5344CB8AC3E}">
        <p14:creationId xmlns:p14="http://schemas.microsoft.com/office/powerpoint/2010/main" val="1263171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47BBCC2-11D5-4CFF-80A7-2F391657A46C}"/>
              </a:ext>
            </a:extLst>
          </p:cNvPr>
          <p:cNvGrpSpPr/>
          <p:nvPr/>
        </p:nvGrpSpPr>
        <p:grpSpPr>
          <a:xfrm>
            <a:off x="0" y="0"/>
            <a:ext cx="12192000" cy="1131013"/>
            <a:chOff x="611905" y="635026"/>
            <a:chExt cx="11266330" cy="9621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FE4783C-EB9C-4B75-82A0-8C8FBD6E0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905" y="635026"/>
              <a:ext cx="6182588" cy="96215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9C610A-A7CA-4B8B-A90E-19611F35F32E}"/>
                </a:ext>
              </a:extLst>
            </p:cNvPr>
            <p:cNvSpPr/>
            <p:nvPr/>
          </p:nvSpPr>
          <p:spPr>
            <a:xfrm>
              <a:off x="6777319" y="635026"/>
              <a:ext cx="5100916" cy="951727"/>
            </a:xfrm>
            <a:prstGeom prst="rect">
              <a:avLst/>
            </a:prstGeom>
            <a:solidFill>
              <a:srgbClr val="061B29"/>
            </a:solidFill>
            <a:ln>
              <a:solidFill>
                <a:srgbClr val="061B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4F724E6-1D5C-4990-8465-F0B1A1599C12}"/>
              </a:ext>
            </a:extLst>
          </p:cNvPr>
          <p:cNvSpPr/>
          <p:nvPr/>
        </p:nvSpPr>
        <p:spPr>
          <a:xfrm>
            <a:off x="9244010" y="144033"/>
            <a:ext cx="18556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bg1"/>
                </a:solidFill>
                <a:effectLst/>
                <a:latin typeface="system-ui"/>
              </a:rPr>
              <a:t>Welcome</a:t>
            </a:r>
            <a:endParaRPr lang="en-US" b="0" i="0" dirty="0">
              <a:solidFill>
                <a:schemeClr val="bg1"/>
              </a:solidFill>
              <a:effectLst/>
              <a:latin typeface="system-ui"/>
            </a:endParaRPr>
          </a:p>
          <a:p>
            <a:r>
              <a:rPr lang="en-US" sz="2000" dirty="0">
                <a:solidFill>
                  <a:schemeClr val="bg1"/>
                </a:solidFill>
                <a:latin typeface="system-ui"/>
              </a:rPr>
              <a:t>User Name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AB58B0-A36D-44C9-B2CC-9F758F1BF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2111" y="213659"/>
            <a:ext cx="607482" cy="6074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092E5B8-9B52-4B3C-8E78-2A89C7CFB03E}"/>
              </a:ext>
            </a:extLst>
          </p:cNvPr>
          <p:cNvSpPr txBox="1"/>
          <p:nvPr/>
        </p:nvSpPr>
        <p:spPr>
          <a:xfrm>
            <a:off x="263309" y="1349675"/>
            <a:ext cx="13845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Dropdown: Brands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CCBE92-98F4-46AA-8C7E-7971D4E8F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893" y="1626766"/>
            <a:ext cx="2800334" cy="48543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65BC33-FED2-4F2F-BA21-D140488976E4}"/>
              </a:ext>
            </a:extLst>
          </p:cNvPr>
          <p:cNvSpPr/>
          <p:nvPr/>
        </p:nvSpPr>
        <p:spPr>
          <a:xfrm>
            <a:off x="669705" y="2665155"/>
            <a:ext cx="16700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/>
              <a:t>Retail</a:t>
            </a:r>
          </a:p>
          <a:p>
            <a:r>
              <a:rPr lang="en-IN" sz="1200" dirty="0"/>
              <a:t>Services</a:t>
            </a:r>
          </a:p>
          <a:p>
            <a:r>
              <a:rPr lang="en-IN" sz="1200" dirty="0"/>
              <a:t>QSR</a:t>
            </a:r>
          </a:p>
          <a:p>
            <a:r>
              <a:rPr lang="en-IN" sz="1200" dirty="0"/>
              <a:t>Casual dining</a:t>
            </a:r>
          </a:p>
          <a:p>
            <a:r>
              <a:rPr lang="en-IN" sz="1200" dirty="0"/>
              <a:t>Restaurant Ownership</a:t>
            </a:r>
          </a:p>
          <a:p>
            <a:r>
              <a:rPr lang="en-IN" sz="1200" dirty="0"/>
              <a:t>Other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A9BF55-587F-45A0-AE6F-5BEDDB4ADB1B}"/>
              </a:ext>
            </a:extLst>
          </p:cNvPr>
          <p:cNvSpPr txBox="1"/>
          <p:nvPr/>
        </p:nvSpPr>
        <p:spPr>
          <a:xfrm>
            <a:off x="589023" y="1626674"/>
            <a:ext cx="2279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Hipnotic</a:t>
            </a:r>
            <a:r>
              <a:rPr lang="en-US" sz="1200" dirty="0"/>
              <a:t> Bakers &amp; Coffee Brewers</a:t>
            </a:r>
          </a:p>
          <a:p>
            <a:r>
              <a:rPr lang="en-US" sz="1200" dirty="0"/>
              <a:t>Lala D</a:t>
            </a:r>
            <a:endParaRPr lang="en-IN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E7037B-2A6E-44D6-83F6-E0B96B6564A7}"/>
              </a:ext>
            </a:extLst>
          </p:cNvPr>
          <p:cNvSpPr txBox="1"/>
          <p:nvPr/>
        </p:nvSpPr>
        <p:spPr>
          <a:xfrm>
            <a:off x="224699" y="2375538"/>
            <a:ext cx="22302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Dropdown: Business experience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FAA0DC-F2D5-40B8-B4AC-7511BA7178AE}"/>
              </a:ext>
            </a:extLst>
          </p:cNvPr>
          <p:cNvSpPr txBox="1"/>
          <p:nvPr/>
        </p:nvSpPr>
        <p:spPr>
          <a:xfrm>
            <a:off x="4461246" y="1349674"/>
            <a:ext cx="2749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Dropdown: how did you know our brand 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31387A8-BB1B-409F-A6A4-D36883F457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38" y="4546094"/>
            <a:ext cx="831808" cy="136961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089CF7-2A0B-4236-A27A-1D5153E64BAB}"/>
              </a:ext>
            </a:extLst>
          </p:cNvPr>
          <p:cNvSpPr txBox="1"/>
          <p:nvPr/>
        </p:nvSpPr>
        <p:spPr>
          <a:xfrm>
            <a:off x="263309" y="4269095"/>
            <a:ext cx="18420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Dropdown: Marital Status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61943F-5471-4EDD-84E2-1726EE6C02CD}"/>
              </a:ext>
            </a:extLst>
          </p:cNvPr>
          <p:cNvSpPr/>
          <p:nvPr/>
        </p:nvSpPr>
        <p:spPr>
          <a:xfrm>
            <a:off x="9777121" y="1599303"/>
            <a:ext cx="143170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/>
              <a:t>Purchased</a:t>
            </a:r>
          </a:p>
          <a:p>
            <a:r>
              <a:rPr lang="en-IN" sz="1200" dirty="0"/>
              <a:t>Leased</a:t>
            </a:r>
          </a:p>
          <a:p>
            <a:r>
              <a:rPr lang="en-IN" sz="1200" dirty="0"/>
              <a:t>Lease-to-Own</a:t>
            </a:r>
          </a:p>
          <a:p>
            <a:r>
              <a:rPr lang="en-IN" sz="1200" dirty="0"/>
              <a:t>Joint Venture</a:t>
            </a:r>
          </a:p>
          <a:p>
            <a:r>
              <a:rPr lang="en-IN" sz="1200" dirty="0"/>
              <a:t>Development</a:t>
            </a:r>
          </a:p>
          <a:p>
            <a:r>
              <a:rPr lang="en-IN" sz="1200" dirty="0"/>
              <a:t>Investment</a:t>
            </a:r>
          </a:p>
          <a:p>
            <a:r>
              <a:rPr lang="en-IN" sz="1200" dirty="0"/>
              <a:t>Assignment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88D038-295B-47B8-963A-105178E27339}"/>
              </a:ext>
            </a:extLst>
          </p:cNvPr>
          <p:cNvSpPr txBox="1"/>
          <p:nvPr/>
        </p:nvSpPr>
        <p:spPr>
          <a:xfrm>
            <a:off x="9340093" y="1322304"/>
            <a:ext cx="23057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Dropdown: Real Estate Deal Type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022643-232F-45FA-B108-0E3098F9B98F}"/>
              </a:ext>
            </a:extLst>
          </p:cNvPr>
          <p:cNvSpPr txBox="1"/>
          <p:nvPr/>
        </p:nvSpPr>
        <p:spPr>
          <a:xfrm>
            <a:off x="9241755" y="3429000"/>
            <a:ext cx="13822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Dropdown: Gender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C49F3E-D70F-4135-A4AF-3050D61FB974}"/>
              </a:ext>
            </a:extLst>
          </p:cNvPr>
          <p:cNvSpPr txBox="1"/>
          <p:nvPr/>
        </p:nvSpPr>
        <p:spPr>
          <a:xfrm>
            <a:off x="9777121" y="3730769"/>
            <a:ext cx="639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Male</a:t>
            </a:r>
          </a:p>
          <a:p>
            <a:r>
              <a:rPr lang="en-US" sz="1200" dirty="0"/>
              <a:t>Female</a:t>
            </a:r>
          </a:p>
          <a:p>
            <a:r>
              <a:rPr lang="en-US" sz="1200" dirty="0"/>
              <a:t>Other</a:t>
            </a:r>
          </a:p>
        </p:txBody>
      </p:sp>
    </p:spTree>
    <p:extLst>
      <p:ext uri="{BB962C8B-B14F-4D97-AF65-F5344CB8AC3E}">
        <p14:creationId xmlns:p14="http://schemas.microsoft.com/office/powerpoint/2010/main" val="1748407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759bf4c-ef6b-4256-93df-cc3fe7f0dc7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B6BF61DC660242932EF18A5D87841C" ma:contentTypeVersion="18" ma:contentTypeDescription="Create a new document." ma:contentTypeScope="" ma:versionID="39ce51c0b5163042436ffafb05b00823">
  <xsd:schema xmlns:xsd="http://www.w3.org/2001/XMLSchema" xmlns:xs="http://www.w3.org/2001/XMLSchema" xmlns:p="http://schemas.microsoft.com/office/2006/metadata/properties" xmlns:ns3="4759bf4c-ef6b-4256-93df-cc3fe7f0dc74" xmlns:ns4="f2bbc824-646e-4b9f-873d-a345f2b51449" targetNamespace="http://schemas.microsoft.com/office/2006/metadata/properties" ma:root="true" ma:fieldsID="56fc934969bded7ee27ecf830f7ede7e" ns3:_="" ns4:_="">
    <xsd:import namespace="4759bf4c-ef6b-4256-93df-cc3fe7f0dc74"/>
    <xsd:import namespace="f2bbc824-646e-4b9f-873d-a345f2b5144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59bf4c-ef6b-4256-93df-cc3fe7f0dc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bbc824-646e-4b9f-873d-a345f2b5144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073C848-442D-49C4-BDFB-FB11B7EB0D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D6C797-63BA-49BB-95CC-7B7E5E10F848}">
  <ds:schemaRefs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4759bf4c-ef6b-4256-93df-cc3fe7f0dc74"/>
    <ds:schemaRef ds:uri="http://purl.org/dc/elements/1.1/"/>
    <ds:schemaRef ds:uri="f2bbc824-646e-4b9f-873d-a345f2b51449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0E476D2-2FF0-46CF-BB3E-6C7FDF3274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59bf4c-ef6b-4256-93df-cc3fe7f0dc74"/>
    <ds:schemaRef ds:uri="f2bbc824-646e-4b9f-873d-a345f2b514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1160</TotalTime>
  <Words>1946</Words>
  <Application>Microsoft Office PowerPoint</Application>
  <PresentationFormat>Widescreen</PresentationFormat>
  <Paragraphs>640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Segoe UI</vt:lpstr>
      <vt:lpstr>system-ui</vt:lpstr>
      <vt:lpstr>Office Theme</vt:lpstr>
      <vt:lpstr>Azure Web App for Prospects of D365 Pre-Sale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Web App for Prospects of D365 Pre-Sale</dc:title>
  <dc:creator>Dipankar Goswami</dc:creator>
  <cp:lastModifiedBy>Dipankar Goswami</cp:lastModifiedBy>
  <cp:revision>13</cp:revision>
  <dcterms:created xsi:type="dcterms:W3CDTF">2025-12-08T15:19:17Z</dcterms:created>
  <dcterms:modified xsi:type="dcterms:W3CDTF">2025-12-23T17:10:56Z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0x01010043B6BF61DC660242932EF18A5D87841C</vt:lpwstr>
  </property>
</Properties>
</file>